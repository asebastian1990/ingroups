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B61"/>
    <a:srgbClr val="A43741"/>
    <a:srgbClr val="EDF4F8"/>
    <a:srgbClr val="AA6839"/>
    <a:srgbClr val="03F9F9"/>
    <a:srgbClr val="1D1F20"/>
    <a:srgbClr val="408E2F"/>
    <a:srgbClr val="1D60FA"/>
    <a:srgbClr val="FFAB03"/>
    <a:srgbClr val="FF75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20"/>
    <p:restoredTop sz="94657"/>
  </p:normalViewPr>
  <p:slideViewPr>
    <p:cSldViewPr snapToGrid="0">
      <p:cViewPr>
        <p:scale>
          <a:sx n="140" d="100"/>
          <a:sy n="140" d="100"/>
        </p:scale>
        <p:origin x="7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AB51-50F7-8D02-5392-51676E875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A3D1C-86C5-203D-3CD0-DC67A8A5A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E0025-4A77-FCCC-196F-01442892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5E819-82AE-4741-9E0E-3F7CD683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253F1-C794-0FDC-DDB8-54CAA816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3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03D30-29A5-019D-801D-A5E39500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9A7C1-B994-13B8-A30C-2001923BA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FC762-E155-C238-1945-67D293D1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7757E-CD42-BA42-AB82-2EA6A606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7251-1C6E-3A52-308C-C848C7A5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1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4D2B-CA40-A51F-9C44-DABA51D4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7A3E9-5B54-7CDD-2EEF-43A682A51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86A4C-6AE6-2539-542E-AF7F82CD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9064-8CEE-A63C-F608-76390209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31BC1-8C59-E3E8-2BA5-4FDADCD0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7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44BBB-6ABC-B794-E062-4D76A5024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022A-CA7A-14D7-1806-FD2AF2EDB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A8318-719A-72C8-5C0B-30F64786F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885F8-380E-93C9-2F21-401D304B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D36AE-78F1-F1F4-1176-621BC0F9D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25C1A-EBD9-BF29-67BE-F30F30F9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5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2F82-72E1-E889-1177-017D8826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388BB-E9ED-3B7E-D22E-A432A9835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C547-C8E3-DD81-D579-6DE7DFD71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8A084-C0FD-A716-AC30-292C7FE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C4FEA-658B-C7A0-8005-9BD910C1C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901C1-6929-2229-8F22-7E358004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9AE06C-820E-BD45-DA83-D3B89B8A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D1F54-B96A-F5DD-B49D-2820017D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1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F57F-F242-5A3C-147F-27B3E69A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76F47-26D4-C89B-BE87-27FF33D1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0BE11-3F21-70DC-B2CF-410180FD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756BC-2FF1-6864-15E6-1851EC4F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8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7D42C-8023-69D8-3F99-CEB54C25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343F4-99AC-9EFC-F8D9-8120A0B4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D7060-769F-3F43-5303-8BFBCFBA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5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6A48-25D1-61AC-ADCB-80470722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464E2-7C09-DB12-BC33-1C5636D79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F9CB0-3FF0-F983-28AE-095E116CA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3E168-55A8-12E4-9FF2-50AC514C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206E0-1B8F-C8A7-4AC3-A4996B2EE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9396E-CEEB-196C-DB18-D8A1CCF8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9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2C47-D9AB-DF49-7302-C072CD58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2E822-5AF2-67CE-05FE-9B10240CB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32AD8-BDED-768C-C9E9-2C6030DA1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2302B-5F77-845A-1F02-4B846D82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78B6A-22EE-FBFE-3CAC-A714D9BB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C89DD-E1B8-6E8F-3A99-96E9A48C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8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C9F1-B28C-71FF-7380-C41CA5DF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823A2-1D45-9345-A7C4-796C8BF07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1EB3E-1B24-48A9-036D-863C326A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9421D-8A3B-B783-87B5-081334AD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03AAD-C03D-9509-4505-9E12146A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7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82719-3C2F-B3C2-BEBC-ACA225D3C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B6F15-2B68-BF25-BE08-8A1940F08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BE56B-C831-57EB-EF95-FE42DC823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AF99E-AF6E-C378-1232-05E069A5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E3464-7248-F042-9940-BB99DB1E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7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8E238-4CDF-8043-A0FD-28968520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A96BB-579B-5E31-AEC7-23BFA8D89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CAD01-F64B-C088-73C2-B37D3EE55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2BF2F-427A-E440-8109-4D19546C2D27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E0BC-280B-C69E-CCD0-A40C3408D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771C9-76F4-9989-6CE8-AFCDF4770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4A0C-334B-014E-8C9B-A7237EA5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9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B1BF1B-DB95-F8E1-7F5D-8B009881B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65" y="364389"/>
            <a:ext cx="11382495" cy="60248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5EB049-307E-E5D0-F593-9DC53E3052B2}"/>
              </a:ext>
            </a:extLst>
          </p:cNvPr>
          <p:cNvSpPr/>
          <p:nvPr/>
        </p:nvSpPr>
        <p:spPr>
          <a:xfrm>
            <a:off x="9296400" y="872067"/>
            <a:ext cx="1202267" cy="270933"/>
          </a:xfrm>
          <a:prstGeom prst="rect">
            <a:avLst/>
          </a:prstGeom>
          <a:solidFill>
            <a:srgbClr val="ED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ED738-CC63-3385-DB27-A7748FF72D29}"/>
              </a:ext>
            </a:extLst>
          </p:cNvPr>
          <p:cNvSpPr txBox="1"/>
          <p:nvPr/>
        </p:nvSpPr>
        <p:spPr>
          <a:xfrm>
            <a:off x="9523363" y="864957"/>
            <a:ext cx="105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InGroups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DCB5662-4E2A-7757-EAF0-EB9C365DF6A2}"/>
              </a:ext>
            </a:extLst>
          </p:cNvPr>
          <p:cNvGrpSpPr/>
          <p:nvPr/>
        </p:nvGrpSpPr>
        <p:grpSpPr>
          <a:xfrm>
            <a:off x="9296400" y="859710"/>
            <a:ext cx="239503" cy="270934"/>
            <a:chOff x="4168843" y="1809956"/>
            <a:chExt cx="2113518" cy="2390888"/>
          </a:xfrm>
        </p:grpSpPr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C40F079E-2FA3-C685-5AC6-1709ECF07C99}"/>
                </a:ext>
              </a:extLst>
            </p:cNvPr>
            <p:cNvSpPr/>
            <p:nvPr/>
          </p:nvSpPr>
          <p:spPr>
            <a:xfrm rot="5400000">
              <a:off x="5237394" y="3155877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408E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0C22DDEF-567D-E2CA-C8F0-455D0BF0ACF9}"/>
                </a:ext>
              </a:extLst>
            </p:cNvPr>
            <p:cNvSpPr/>
            <p:nvPr/>
          </p:nvSpPr>
          <p:spPr>
            <a:xfrm rot="16200000" flipV="1">
              <a:off x="5237394" y="1887361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AA68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F8EEB07F-F08C-B752-1C88-50C04816471B}"/>
                </a:ext>
              </a:extLst>
            </p:cNvPr>
            <p:cNvSpPr/>
            <p:nvPr/>
          </p:nvSpPr>
          <p:spPr>
            <a:xfrm rot="5400000" flipH="1" flipV="1">
              <a:off x="4091438" y="1887361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A43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282C7829-5312-8027-C65F-71F43B728772}"/>
                </a:ext>
              </a:extLst>
            </p:cNvPr>
            <p:cNvSpPr/>
            <p:nvPr/>
          </p:nvSpPr>
          <p:spPr>
            <a:xfrm rot="16200000" flipH="1">
              <a:off x="4091438" y="3155877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246B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03D5F-53EA-04C8-DA70-41C09EEB40E4}"/>
              </a:ext>
            </a:extLst>
          </p:cNvPr>
          <p:cNvSpPr/>
          <p:nvPr/>
        </p:nvSpPr>
        <p:spPr>
          <a:xfrm>
            <a:off x="9644034" y="479729"/>
            <a:ext cx="584487" cy="235302"/>
          </a:xfrm>
          <a:prstGeom prst="rect">
            <a:avLst/>
          </a:prstGeom>
          <a:solidFill>
            <a:srgbClr val="1D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15BB9D-C403-04A0-01D7-6B44868F3735}"/>
              </a:ext>
            </a:extLst>
          </p:cNvPr>
          <p:cNvSpPr txBox="1"/>
          <p:nvPr/>
        </p:nvSpPr>
        <p:spPr>
          <a:xfrm>
            <a:off x="9535904" y="477116"/>
            <a:ext cx="105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InGroups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C59E19-44A6-AE02-D8D7-307C11D13713}"/>
              </a:ext>
            </a:extLst>
          </p:cNvPr>
          <p:cNvSpPr/>
          <p:nvPr/>
        </p:nvSpPr>
        <p:spPr>
          <a:xfrm>
            <a:off x="473840" y="477115"/>
            <a:ext cx="8588336" cy="5742931"/>
          </a:xfrm>
          <a:prstGeom prst="rect">
            <a:avLst/>
          </a:prstGeom>
          <a:noFill/>
          <a:ln w="28575">
            <a:solidFill>
              <a:srgbClr val="03F9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3A97A9-DC6E-7739-B405-9ABB1A12212A}"/>
              </a:ext>
            </a:extLst>
          </p:cNvPr>
          <p:cNvSpPr txBox="1"/>
          <p:nvPr/>
        </p:nvSpPr>
        <p:spPr>
          <a:xfrm>
            <a:off x="691167" y="617565"/>
            <a:ext cx="3929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3F9F9"/>
                </a:solidFill>
              </a:rPr>
              <a:t>Main meeting window with participants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B455B3-98F0-C8F3-47A0-00378024D5B3}"/>
              </a:ext>
            </a:extLst>
          </p:cNvPr>
          <p:cNvSpPr/>
          <p:nvPr/>
        </p:nvSpPr>
        <p:spPr>
          <a:xfrm>
            <a:off x="9296400" y="1210351"/>
            <a:ext cx="2346251" cy="2611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268AE4-769A-DC14-3C92-E64309B8915F}"/>
              </a:ext>
            </a:extLst>
          </p:cNvPr>
          <p:cNvSpPr/>
          <p:nvPr/>
        </p:nvSpPr>
        <p:spPr>
          <a:xfrm>
            <a:off x="9296400" y="866842"/>
            <a:ext cx="2346250" cy="5353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81EF97-3B8F-E45F-A631-D460BF135C7E}"/>
              </a:ext>
            </a:extLst>
          </p:cNvPr>
          <p:cNvSpPr txBox="1"/>
          <p:nvPr/>
        </p:nvSpPr>
        <p:spPr>
          <a:xfrm>
            <a:off x="9388881" y="5067828"/>
            <a:ext cx="2161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Game window – launches in sidebar of Google Meet</a:t>
            </a:r>
          </a:p>
        </p:txBody>
      </p:sp>
    </p:spTree>
    <p:extLst>
      <p:ext uri="{BB962C8B-B14F-4D97-AF65-F5344CB8AC3E}">
        <p14:creationId xmlns:p14="http://schemas.microsoft.com/office/powerpoint/2010/main" val="221114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CA1C-9FE8-B53B-8DDD-641AE924F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2CDC76A2-146A-F04D-D39C-347AB3315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12651" y="545718"/>
            <a:ext cx="2570980" cy="609963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A9B62A2-A409-937F-E03E-48EC68A8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10" y="1594883"/>
            <a:ext cx="821261" cy="871871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0BAE857-E8AE-B7CE-F5F3-D6AA95EEC0E4}"/>
              </a:ext>
            </a:extLst>
          </p:cNvPr>
          <p:cNvSpPr/>
          <p:nvPr/>
        </p:nvSpPr>
        <p:spPr>
          <a:xfrm>
            <a:off x="1269539" y="2786111"/>
            <a:ext cx="1190069" cy="3289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6D2443-8AA6-2CFA-28AE-FB869205D700}"/>
              </a:ext>
            </a:extLst>
          </p:cNvPr>
          <p:cNvSpPr txBox="1"/>
          <p:nvPr/>
        </p:nvSpPr>
        <p:spPr>
          <a:xfrm>
            <a:off x="412445" y="2812077"/>
            <a:ext cx="91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of Groups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BB5067-36FC-DFBE-5C38-6585BB9AD83A}"/>
              </a:ext>
            </a:extLst>
          </p:cNvPr>
          <p:cNvSpPr/>
          <p:nvPr/>
        </p:nvSpPr>
        <p:spPr>
          <a:xfrm>
            <a:off x="297712" y="323229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86EB00-6AFD-4E05-9186-988F0325BE24}"/>
              </a:ext>
            </a:extLst>
          </p:cNvPr>
          <p:cNvSpPr txBox="1"/>
          <p:nvPr/>
        </p:nvSpPr>
        <p:spPr>
          <a:xfrm>
            <a:off x="509964" y="3290500"/>
            <a:ext cx="1172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Select Word Set</a:t>
            </a:r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985BACE8-F210-ED04-466B-087AB4E30EB7}"/>
              </a:ext>
            </a:extLst>
          </p:cNvPr>
          <p:cNvSpPr/>
          <p:nvPr/>
        </p:nvSpPr>
        <p:spPr>
          <a:xfrm rot="5400000">
            <a:off x="342478" y="333136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16F864-0B74-3EAE-C0DB-40B3AFA80F74}"/>
              </a:ext>
            </a:extLst>
          </p:cNvPr>
          <p:cNvSpPr/>
          <p:nvPr/>
        </p:nvSpPr>
        <p:spPr>
          <a:xfrm>
            <a:off x="297712" y="4377077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9BA326-1C79-4EAB-6EE5-578FFA22B78B}"/>
              </a:ext>
            </a:extLst>
          </p:cNvPr>
          <p:cNvSpPr txBox="1"/>
          <p:nvPr/>
        </p:nvSpPr>
        <p:spPr>
          <a:xfrm>
            <a:off x="509964" y="4435279"/>
            <a:ext cx="1264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Create Word Sets</a:t>
            </a:r>
          </a:p>
        </p:txBody>
      </p:sp>
      <p:sp>
        <p:nvSpPr>
          <p:cNvPr id="49" name="Triangle 48">
            <a:extLst>
              <a:ext uri="{FF2B5EF4-FFF2-40B4-BE49-F238E27FC236}">
                <a16:creationId xmlns:a16="http://schemas.microsoft.com/office/drawing/2014/main" id="{1018EEE2-EE38-93F8-6532-82180B7D2013}"/>
              </a:ext>
            </a:extLst>
          </p:cNvPr>
          <p:cNvSpPr/>
          <p:nvPr/>
        </p:nvSpPr>
        <p:spPr>
          <a:xfrm rot="5400000">
            <a:off x="342478" y="4476146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F941C3-A641-1426-5C75-E992768F8513}"/>
              </a:ext>
            </a:extLst>
          </p:cNvPr>
          <p:cNvSpPr txBox="1"/>
          <p:nvPr/>
        </p:nvSpPr>
        <p:spPr>
          <a:xfrm>
            <a:off x="1033172" y="5903936"/>
            <a:ext cx="929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1"/>
                </a:solidFill>
              </a:rPr>
              <a:t>How to Play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884221-8F90-A43E-4655-4B631630C116}"/>
              </a:ext>
            </a:extLst>
          </p:cNvPr>
          <p:cNvSpPr/>
          <p:nvPr/>
        </p:nvSpPr>
        <p:spPr>
          <a:xfrm>
            <a:off x="297712" y="4777045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10D537-D531-B0FF-1778-4B58FA625CDA}"/>
              </a:ext>
            </a:extLst>
          </p:cNvPr>
          <p:cNvSpPr txBox="1"/>
          <p:nvPr/>
        </p:nvSpPr>
        <p:spPr>
          <a:xfrm>
            <a:off x="509964" y="4835247"/>
            <a:ext cx="902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License Key</a:t>
            </a:r>
          </a:p>
        </p:txBody>
      </p:sp>
      <p:sp>
        <p:nvSpPr>
          <p:cNvPr id="53" name="Triangle 52">
            <a:extLst>
              <a:ext uri="{FF2B5EF4-FFF2-40B4-BE49-F238E27FC236}">
                <a16:creationId xmlns:a16="http://schemas.microsoft.com/office/drawing/2014/main" id="{0DF111BA-2A66-4823-1E65-1D10E453C903}"/>
              </a:ext>
            </a:extLst>
          </p:cNvPr>
          <p:cNvSpPr/>
          <p:nvPr/>
        </p:nvSpPr>
        <p:spPr>
          <a:xfrm rot="5400000">
            <a:off x="342478" y="4876114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3C9223D-319C-EEFA-15E5-9ABE79891DE3}"/>
              </a:ext>
            </a:extLst>
          </p:cNvPr>
          <p:cNvSpPr/>
          <p:nvPr/>
        </p:nvSpPr>
        <p:spPr>
          <a:xfrm>
            <a:off x="901734" y="3765420"/>
            <a:ext cx="1190069" cy="3289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Start Game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131F3EE-C3B8-7DF9-AB11-0E74720FD5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995883" y="545718"/>
            <a:ext cx="2570980" cy="609963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549DDF9-70E3-9DDF-B0F8-20C648B32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742" y="1594883"/>
            <a:ext cx="821261" cy="871871"/>
          </a:xfrm>
          <a:prstGeom prst="rect">
            <a:avLst/>
          </a:prstGeom>
        </p:spPr>
      </p:pic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3F4B0313-7ABA-95E5-A5D1-26677615305A}"/>
              </a:ext>
            </a:extLst>
          </p:cNvPr>
          <p:cNvSpPr/>
          <p:nvPr/>
        </p:nvSpPr>
        <p:spPr>
          <a:xfrm>
            <a:off x="4052771" y="2786111"/>
            <a:ext cx="1190069" cy="3289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155299-4C5D-9896-2B2E-F5EAAD1A795B}"/>
              </a:ext>
            </a:extLst>
          </p:cNvPr>
          <p:cNvSpPr txBox="1"/>
          <p:nvPr/>
        </p:nvSpPr>
        <p:spPr>
          <a:xfrm>
            <a:off x="3195677" y="2812077"/>
            <a:ext cx="91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of Groups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F633BA-0161-C1B2-F73A-3899D5F55F1E}"/>
              </a:ext>
            </a:extLst>
          </p:cNvPr>
          <p:cNvSpPr/>
          <p:nvPr/>
        </p:nvSpPr>
        <p:spPr>
          <a:xfrm>
            <a:off x="3079750" y="3232298"/>
            <a:ext cx="2400300" cy="3244417"/>
          </a:xfrm>
          <a:prstGeom prst="rect">
            <a:avLst/>
          </a:prstGeom>
          <a:noFill/>
          <a:ln>
            <a:solidFill>
              <a:srgbClr val="AA6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0EAAA35-735D-A428-B5CB-2CEC598E66FB}"/>
              </a:ext>
            </a:extLst>
          </p:cNvPr>
          <p:cNvSpPr/>
          <p:nvPr/>
        </p:nvSpPr>
        <p:spPr>
          <a:xfrm>
            <a:off x="3080944" y="323229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AD5AF7-6D44-490A-1B92-E1BF4986046B}"/>
              </a:ext>
            </a:extLst>
          </p:cNvPr>
          <p:cNvSpPr txBox="1"/>
          <p:nvPr/>
        </p:nvSpPr>
        <p:spPr>
          <a:xfrm>
            <a:off x="3293196" y="3290500"/>
            <a:ext cx="1172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Select Word Set</a:t>
            </a:r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4B8A000E-D0F4-3F29-1D65-54DB665020DE}"/>
              </a:ext>
            </a:extLst>
          </p:cNvPr>
          <p:cNvSpPr/>
          <p:nvPr/>
        </p:nvSpPr>
        <p:spPr>
          <a:xfrm rot="10800000">
            <a:off x="3125710" y="333136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6C6FBA8-5882-7C06-D1CE-51BCC17C800D}"/>
              </a:ext>
            </a:extLst>
          </p:cNvPr>
          <p:cNvSpPr/>
          <p:nvPr/>
        </p:nvSpPr>
        <p:spPr>
          <a:xfrm>
            <a:off x="3195677" y="3813707"/>
            <a:ext cx="215913" cy="215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1E28DB9-7E63-DF43-0DD1-00215A58F94B}"/>
              </a:ext>
            </a:extLst>
          </p:cNvPr>
          <p:cNvSpPr/>
          <p:nvPr/>
        </p:nvSpPr>
        <p:spPr>
          <a:xfrm>
            <a:off x="3231159" y="3847050"/>
            <a:ext cx="149225" cy="149225"/>
          </a:xfrm>
          <a:prstGeom prst="rect">
            <a:avLst/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B65E6B-C553-83BE-BE9F-46B959C43311}"/>
              </a:ext>
            </a:extLst>
          </p:cNvPr>
          <p:cNvSpPr txBox="1"/>
          <p:nvPr/>
        </p:nvSpPr>
        <p:spPr>
          <a:xfrm>
            <a:off x="3411590" y="3783162"/>
            <a:ext cx="683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Animals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4E5C3DB-E6D6-5FA9-770C-E41641BF4DF5}"/>
              </a:ext>
            </a:extLst>
          </p:cNvPr>
          <p:cNvSpPr/>
          <p:nvPr/>
        </p:nvSpPr>
        <p:spPr>
          <a:xfrm>
            <a:off x="3195677" y="4090706"/>
            <a:ext cx="215913" cy="215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9DE15A3-6511-224E-2186-A3CAFB3D2206}"/>
              </a:ext>
            </a:extLst>
          </p:cNvPr>
          <p:cNvSpPr txBox="1"/>
          <p:nvPr/>
        </p:nvSpPr>
        <p:spPr>
          <a:xfrm>
            <a:off x="3411590" y="4060161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CCD4ECC-8FC1-460E-0A73-1E2CCB5544AD}"/>
              </a:ext>
            </a:extLst>
          </p:cNvPr>
          <p:cNvSpPr/>
          <p:nvPr/>
        </p:nvSpPr>
        <p:spPr>
          <a:xfrm>
            <a:off x="3200475" y="4372427"/>
            <a:ext cx="215913" cy="215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A9E7638-151C-AF89-817E-397C7CEEAC03}"/>
              </a:ext>
            </a:extLst>
          </p:cNvPr>
          <p:cNvSpPr txBox="1"/>
          <p:nvPr/>
        </p:nvSpPr>
        <p:spPr>
          <a:xfrm>
            <a:off x="3416388" y="4341882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New Set 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02CC06D-B44F-B40F-F995-9A7556C9D97B}"/>
              </a:ext>
            </a:extLst>
          </p:cNvPr>
          <p:cNvSpPr/>
          <p:nvPr/>
        </p:nvSpPr>
        <p:spPr>
          <a:xfrm>
            <a:off x="3202107" y="4665540"/>
            <a:ext cx="215913" cy="2159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2D285D-37FC-AFC0-4D28-8FA035B79798}"/>
              </a:ext>
            </a:extLst>
          </p:cNvPr>
          <p:cNvSpPr txBox="1"/>
          <p:nvPr/>
        </p:nvSpPr>
        <p:spPr>
          <a:xfrm>
            <a:off x="3418020" y="4634995"/>
            <a:ext cx="784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Countries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F052A7F-76C8-D2B9-8E76-7CF85222A9D2}"/>
              </a:ext>
            </a:extLst>
          </p:cNvPr>
          <p:cNvSpPr/>
          <p:nvPr/>
        </p:nvSpPr>
        <p:spPr>
          <a:xfrm>
            <a:off x="3202107" y="4955167"/>
            <a:ext cx="215913" cy="2159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A77E418-C144-3AAC-4E69-A8AE9E6E024A}"/>
              </a:ext>
            </a:extLst>
          </p:cNvPr>
          <p:cNvSpPr txBox="1"/>
          <p:nvPr/>
        </p:nvSpPr>
        <p:spPr>
          <a:xfrm>
            <a:off x="3418020" y="4924622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Celebrities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1C16D03-4DDB-4CAB-214B-29BF004CC128}"/>
              </a:ext>
            </a:extLst>
          </p:cNvPr>
          <p:cNvSpPr/>
          <p:nvPr/>
        </p:nvSpPr>
        <p:spPr>
          <a:xfrm>
            <a:off x="3202107" y="5262229"/>
            <a:ext cx="215913" cy="2159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41A155C-897C-66D8-D628-7F9EE13C134D}"/>
              </a:ext>
            </a:extLst>
          </p:cNvPr>
          <p:cNvSpPr txBox="1"/>
          <p:nvPr/>
        </p:nvSpPr>
        <p:spPr>
          <a:xfrm>
            <a:off x="3418020" y="5231684"/>
            <a:ext cx="576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Colors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253DCA0-7680-91C7-976B-90299B05F657}"/>
              </a:ext>
            </a:extLst>
          </p:cNvPr>
          <p:cNvSpPr/>
          <p:nvPr/>
        </p:nvSpPr>
        <p:spPr>
          <a:xfrm>
            <a:off x="3202107" y="5569291"/>
            <a:ext cx="215913" cy="2159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10B7A4-0D96-077C-9957-5B2006A0577E}"/>
              </a:ext>
            </a:extLst>
          </p:cNvPr>
          <p:cNvSpPr txBox="1"/>
          <p:nvPr/>
        </p:nvSpPr>
        <p:spPr>
          <a:xfrm>
            <a:off x="3418020" y="5538746"/>
            <a:ext cx="755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Numbers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DEE9564-852C-E044-7F2A-B0EDC1E9E391}"/>
              </a:ext>
            </a:extLst>
          </p:cNvPr>
          <p:cNvSpPr/>
          <p:nvPr/>
        </p:nvSpPr>
        <p:spPr>
          <a:xfrm>
            <a:off x="3205246" y="5885669"/>
            <a:ext cx="215913" cy="2159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F4D0E63-92CA-5E0B-3FD5-BF42E8D0A0C7}"/>
              </a:ext>
            </a:extLst>
          </p:cNvPr>
          <p:cNvSpPr txBox="1"/>
          <p:nvPr/>
        </p:nvSpPr>
        <p:spPr>
          <a:xfrm>
            <a:off x="3421159" y="5855124"/>
            <a:ext cx="1139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Other Category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93ED78E-3E9C-44CD-B49D-FE0D56F31644}"/>
              </a:ext>
            </a:extLst>
          </p:cNvPr>
          <p:cNvSpPr/>
          <p:nvPr/>
        </p:nvSpPr>
        <p:spPr>
          <a:xfrm>
            <a:off x="3203739" y="6194637"/>
            <a:ext cx="215913" cy="2159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A406AFA-FEB1-A56C-81CD-7BD6955FB3CE}"/>
              </a:ext>
            </a:extLst>
          </p:cNvPr>
          <p:cNvSpPr txBox="1"/>
          <p:nvPr/>
        </p:nvSpPr>
        <p:spPr>
          <a:xfrm>
            <a:off x="3419652" y="6164092"/>
            <a:ext cx="7505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Grab Bag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11265A-9EE7-DD99-A4B2-F277D5846934}"/>
              </a:ext>
            </a:extLst>
          </p:cNvPr>
          <p:cNvSpPr txBox="1"/>
          <p:nvPr/>
        </p:nvSpPr>
        <p:spPr>
          <a:xfrm>
            <a:off x="3084645" y="3565798"/>
            <a:ext cx="24368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Subscribe for more word sets and to create your own!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1052D686-0E1B-81FB-D5AF-BAEBB79016FD}"/>
              </a:ext>
            </a:extLst>
          </p:cNvPr>
          <p:cNvSpPr/>
          <p:nvPr/>
        </p:nvSpPr>
        <p:spPr>
          <a:xfrm>
            <a:off x="5317512" y="3947788"/>
            <a:ext cx="45719" cy="23191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FDC4B0DC-B181-630B-728F-09A21F230CC7}"/>
              </a:ext>
            </a:extLst>
          </p:cNvPr>
          <p:cNvSpPr/>
          <p:nvPr/>
        </p:nvSpPr>
        <p:spPr>
          <a:xfrm>
            <a:off x="5316342" y="3956984"/>
            <a:ext cx="45719" cy="45076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D1025E9-FF4E-0930-9D42-CE43EB37342C}"/>
              </a:ext>
            </a:extLst>
          </p:cNvPr>
          <p:cNvSpPr/>
          <p:nvPr/>
        </p:nvSpPr>
        <p:spPr>
          <a:xfrm>
            <a:off x="3121231" y="3759194"/>
            <a:ext cx="2313083" cy="26818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A32CCEB1-0CA0-8882-75C3-DA957EE71257}"/>
              </a:ext>
            </a:extLst>
          </p:cNvPr>
          <p:cNvSpPr/>
          <p:nvPr/>
        </p:nvSpPr>
        <p:spPr>
          <a:xfrm>
            <a:off x="5270810" y="3788091"/>
            <a:ext cx="136784" cy="117917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riangle 101">
            <a:extLst>
              <a:ext uri="{FF2B5EF4-FFF2-40B4-BE49-F238E27FC236}">
                <a16:creationId xmlns:a16="http://schemas.microsoft.com/office/drawing/2014/main" id="{97612F27-3328-C5AA-3354-F671CE9B8340}"/>
              </a:ext>
            </a:extLst>
          </p:cNvPr>
          <p:cNvSpPr/>
          <p:nvPr/>
        </p:nvSpPr>
        <p:spPr>
          <a:xfrm rot="10800000">
            <a:off x="5270810" y="6302591"/>
            <a:ext cx="136784" cy="117917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AA64A72-9B2C-CC4F-AE9D-444C544BDE1C}"/>
              </a:ext>
            </a:extLst>
          </p:cNvPr>
          <p:cNvSpPr txBox="1"/>
          <p:nvPr/>
        </p:nvSpPr>
        <p:spPr>
          <a:xfrm>
            <a:off x="212651" y="2249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Screen - App Initiator Default View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0EA4DA-F4F8-3921-ED78-C79998F55753}"/>
              </a:ext>
            </a:extLst>
          </p:cNvPr>
          <p:cNvSpPr txBox="1"/>
          <p:nvPr/>
        </p:nvSpPr>
        <p:spPr>
          <a:xfrm>
            <a:off x="2992031" y="2911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Screen - App Initiator Select Word Set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3D8A5D54-993F-D052-69B7-D2A640F372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5703667" y="539098"/>
            <a:ext cx="2570980" cy="6099631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11B823A2-824C-AEB4-1441-67864CA17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26" y="1588263"/>
            <a:ext cx="821261" cy="871871"/>
          </a:xfrm>
          <a:prstGeom prst="rect">
            <a:avLst/>
          </a:prstGeom>
        </p:spPr>
      </p:pic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7300A3C8-6A02-C9C7-05B6-6D509D1CCD4D}"/>
              </a:ext>
            </a:extLst>
          </p:cNvPr>
          <p:cNvSpPr/>
          <p:nvPr/>
        </p:nvSpPr>
        <p:spPr>
          <a:xfrm>
            <a:off x="6760555" y="2779491"/>
            <a:ext cx="1190069" cy="3289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D2020CF-C75F-3F58-28FD-B95F8741A312}"/>
              </a:ext>
            </a:extLst>
          </p:cNvPr>
          <p:cNvSpPr txBox="1"/>
          <p:nvPr/>
        </p:nvSpPr>
        <p:spPr>
          <a:xfrm>
            <a:off x="5903461" y="2805457"/>
            <a:ext cx="91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of Groups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C43917D-FD55-7E56-E9D0-83CE8948BCB4}"/>
              </a:ext>
            </a:extLst>
          </p:cNvPr>
          <p:cNvSpPr/>
          <p:nvPr/>
        </p:nvSpPr>
        <p:spPr>
          <a:xfrm>
            <a:off x="5787534" y="3225678"/>
            <a:ext cx="2400300" cy="3244417"/>
          </a:xfrm>
          <a:prstGeom prst="rect">
            <a:avLst/>
          </a:prstGeom>
          <a:noFill/>
          <a:ln>
            <a:solidFill>
              <a:srgbClr val="AA6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462B59E-3490-3A24-7BE4-29DF654D2719}"/>
              </a:ext>
            </a:extLst>
          </p:cNvPr>
          <p:cNvSpPr/>
          <p:nvPr/>
        </p:nvSpPr>
        <p:spPr>
          <a:xfrm>
            <a:off x="5788728" y="322567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CB8771E-64D7-CB59-A2C5-1AF000300ADB}"/>
              </a:ext>
            </a:extLst>
          </p:cNvPr>
          <p:cNvSpPr txBox="1"/>
          <p:nvPr/>
        </p:nvSpPr>
        <p:spPr>
          <a:xfrm>
            <a:off x="6000980" y="3283880"/>
            <a:ext cx="902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License Key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F4D42319-4636-8525-6E08-F1316EF2E88D}"/>
              </a:ext>
            </a:extLst>
          </p:cNvPr>
          <p:cNvSpPr/>
          <p:nvPr/>
        </p:nvSpPr>
        <p:spPr>
          <a:xfrm rot="10800000">
            <a:off x="5833494" y="332474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98FE32B-DC2C-5297-6F25-0178C498CB01}"/>
              </a:ext>
            </a:extLst>
          </p:cNvPr>
          <p:cNvSpPr/>
          <p:nvPr/>
        </p:nvSpPr>
        <p:spPr>
          <a:xfrm>
            <a:off x="5829015" y="3846519"/>
            <a:ext cx="2313083" cy="277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49E6A51-8AC4-EF87-E76C-97A412EDAFCA}"/>
              </a:ext>
            </a:extLst>
          </p:cNvPr>
          <p:cNvSpPr txBox="1"/>
          <p:nvPr/>
        </p:nvSpPr>
        <p:spPr>
          <a:xfrm>
            <a:off x="5699815" y="2911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Screen – License Key (no license)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0448F2-6D4C-28A3-7EF1-E5FD294640B8}"/>
              </a:ext>
            </a:extLst>
          </p:cNvPr>
          <p:cNvSpPr txBox="1"/>
          <p:nvPr/>
        </p:nvSpPr>
        <p:spPr>
          <a:xfrm>
            <a:off x="5783682" y="4878692"/>
            <a:ext cx="2358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No license – go to the (store) to get a license and unlock expanded word sets, play with others that have expanded word sets, and create your own word sets!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A6802-C866-A6AF-461E-CACE0110A9CA}"/>
              </a:ext>
            </a:extLst>
          </p:cNvPr>
          <p:cNvSpPr txBox="1"/>
          <p:nvPr/>
        </p:nvSpPr>
        <p:spPr>
          <a:xfrm>
            <a:off x="5781997" y="3599518"/>
            <a:ext cx="1312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Enter License Key: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C3FD1-3F57-492A-CF44-1BDBD0FC98D0}"/>
              </a:ext>
            </a:extLst>
          </p:cNvPr>
          <p:cNvSpPr txBox="1"/>
          <p:nvPr/>
        </p:nvSpPr>
        <p:spPr>
          <a:xfrm>
            <a:off x="5847710" y="3847316"/>
            <a:ext cx="16868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xxxx-xxxx-xxxx-xxxx-xxxx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C0C235-34BA-F869-897D-AAD5E2622EF3}"/>
              </a:ext>
            </a:extLst>
          </p:cNvPr>
          <p:cNvSpPr/>
          <p:nvPr/>
        </p:nvSpPr>
        <p:spPr>
          <a:xfrm>
            <a:off x="6348789" y="4206100"/>
            <a:ext cx="1190069" cy="3289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Activate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904A8-AA01-228C-34B2-9305C1459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8468999" y="532478"/>
            <a:ext cx="2570980" cy="6099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846C3D-7FCD-BD90-CDAA-E3FEFE5D0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858" y="1581643"/>
            <a:ext cx="821261" cy="8718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46DEC5-6EEF-8ECB-E7AE-6C4F0A6E4665}"/>
              </a:ext>
            </a:extLst>
          </p:cNvPr>
          <p:cNvSpPr/>
          <p:nvPr/>
        </p:nvSpPr>
        <p:spPr>
          <a:xfrm>
            <a:off x="9525887" y="2772871"/>
            <a:ext cx="1190069" cy="3289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FAF6A-38CA-A6AF-5F79-67F59642EFC4}"/>
              </a:ext>
            </a:extLst>
          </p:cNvPr>
          <p:cNvSpPr txBox="1"/>
          <p:nvPr/>
        </p:nvSpPr>
        <p:spPr>
          <a:xfrm>
            <a:off x="8668793" y="2798837"/>
            <a:ext cx="91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of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1BD86F-BABB-170B-DEE0-01FCB53D08AC}"/>
              </a:ext>
            </a:extLst>
          </p:cNvPr>
          <p:cNvSpPr/>
          <p:nvPr/>
        </p:nvSpPr>
        <p:spPr>
          <a:xfrm>
            <a:off x="8552866" y="3219058"/>
            <a:ext cx="2400300" cy="3244417"/>
          </a:xfrm>
          <a:prstGeom prst="rect">
            <a:avLst/>
          </a:prstGeom>
          <a:noFill/>
          <a:ln>
            <a:solidFill>
              <a:srgbClr val="AA6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AF7BBB-6B48-4679-3E90-218DABD69180}"/>
              </a:ext>
            </a:extLst>
          </p:cNvPr>
          <p:cNvSpPr/>
          <p:nvPr/>
        </p:nvSpPr>
        <p:spPr>
          <a:xfrm>
            <a:off x="8554060" y="321905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1D4F8-126A-E85B-4AB4-045ACF1AC919}"/>
              </a:ext>
            </a:extLst>
          </p:cNvPr>
          <p:cNvSpPr txBox="1"/>
          <p:nvPr/>
        </p:nvSpPr>
        <p:spPr>
          <a:xfrm>
            <a:off x="8766312" y="3277260"/>
            <a:ext cx="902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License Key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1DDB3EC0-0A5E-570E-1D53-A6B7BC86BCD9}"/>
              </a:ext>
            </a:extLst>
          </p:cNvPr>
          <p:cNvSpPr/>
          <p:nvPr/>
        </p:nvSpPr>
        <p:spPr>
          <a:xfrm rot="10800000">
            <a:off x="8598826" y="331812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8DCB1-A038-4163-FD00-762A07BC8142}"/>
              </a:ext>
            </a:extLst>
          </p:cNvPr>
          <p:cNvSpPr/>
          <p:nvPr/>
        </p:nvSpPr>
        <p:spPr>
          <a:xfrm>
            <a:off x="8594347" y="5158995"/>
            <a:ext cx="2313083" cy="277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9E73EE-A125-BF4E-ED17-A062C265FD52}"/>
              </a:ext>
            </a:extLst>
          </p:cNvPr>
          <p:cNvSpPr txBox="1"/>
          <p:nvPr/>
        </p:nvSpPr>
        <p:spPr>
          <a:xfrm>
            <a:off x="8465147" y="2249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Screen – License Key (valid license)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EFE185-39E5-6155-44EA-56455E9935A6}"/>
              </a:ext>
            </a:extLst>
          </p:cNvPr>
          <p:cNvSpPr txBox="1"/>
          <p:nvPr/>
        </p:nvSpPr>
        <p:spPr>
          <a:xfrm>
            <a:off x="8547329" y="4911994"/>
            <a:ext cx="1312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Enter License Key: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C94662-ECD1-0A15-30FA-C5F05F6250EB}"/>
              </a:ext>
            </a:extLst>
          </p:cNvPr>
          <p:cNvSpPr txBox="1"/>
          <p:nvPr/>
        </p:nvSpPr>
        <p:spPr>
          <a:xfrm>
            <a:off x="8613042" y="5159792"/>
            <a:ext cx="16868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xxxx-xxxx-xxxx-xxxx-xxxx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E4FD374-CBF7-063E-CF55-CEA3D112E750}"/>
              </a:ext>
            </a:extLst>
          </p:cNvPr>
          <p:cNvSpPr/>
          <p:nvPr/>
        </p:nvSpPr>
        <p:spPr>
          <a:xfrm>
            <a:off x="9114121" y="5518576"/>
            <a:ext cx="1190069" cy="3289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Activate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C5EF10-179C-50F9-10CE-1498BC11F98B}"/>
              </a:ext>
            </a:extLst>
          </p:cNvPr>
          <p:cNvSpPr txBox="1"/>
          <p:nvPr/>
        </p:nvSpPr>
        <p:spPr>
          <a:xfrm>
            <a:off x="8539719" y="3599518"/>
            <a:ext cx="1194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Current License: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BDC8F8-1504-FE44-4998-DABB62337FE8}"/>
              </a:ext>
            </a:extLst>
          </p:cNvPr>
          <p:cNvSpPr txBox="1"/>
          <p:nvPr/>
        </p:nvSpPr>
        <p:spPr>
          <a:xfrm>
            <a:off x="8737217" y="3822571"/>
            <a:ext cx="1941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1234-5678-9012-2345-6789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F18250-4982-46AA-2D58-BF1E01A305E9}"/>
              </a:ext>
            </a:extLst>
          </p:cNvPr>
          <p:cNvSpPr/>
          <p:nvPr/>
        </p:nvSpPr>
        <p:spPr>
          <a:xfrm>
            <a:off x="9343858" y="4123565"/>
            <a:ext cx="635029" cy="635029"/>
          </a:xfrm>
          <a:prstGeom prst="ellipse">
            <a:avLst/>
          </a:prstGeom>
          <a:solidFill>
            <a:srgbClr val="A437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Random icon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34889-F50C-C679-50EC-D4CD97BC10FD}"/>
              </a:ext>
            </a:extLst>
          </p:cNvPr>
          <p:cNvSpPr txBox="1"/>
          <p:nvPr/>
        </p:nvSpPr>
        <p:spPr>
          <a:xfrm>
            <a:off x="8547151" y="5875086"/>
            <a:ext cx="2358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You already have a license. Activating another license will give you another random icon.</a:t>
            </a:r>
          </a:p>
        </p:txBody>
      </p:sp>
    </p:spTree>
    <p:extLst>
      <p:ext uri="{BB962C8B-B14F-4D97-AF65-F5344CB8AC3E}">
        <p14:creationId xmlns:p14="http://schemas.microsoft.com/office/powerpoint/2010/main" val="135174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253AE6A4-7AF1-B6F8-3E89-1D58A6B01C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995883" y="545718"/>
            <a:ext cx="2570980" cy="609963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F74D446-C822-95D3-3E0A-249C7A02C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742" y="1594883"/>
            <a:ext cx="821261" cy="871871"/>
          </a:xfrm>
          <a:prstGeom prst="rect">
            <a:avLst/>
          </a:prstGeom>
        </p:spPr>
      </p:pic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BBDD813-63C8-D467-0573-971D8F902C08}"/>
              </a:ext>
            </a:extLst>
          </p:cNvPr>
          <p:cNvSpPr/>
          <p:nvPr/>
        </p:nvSpPr>
        <p:spPr>
          <a:xfrm>
            <a:off x="4052771" y="2786111"/>
            <a:ext cx="1190069" cy="3289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23B739-43E6-BFDE-D0A6-07CA60640BDD}"/>
              </a:ext>
            </a:extLst>
          </p:cNvPr>
          <p:cNvSpPr txBox="1"/>
          <p:nvPr/>
        </p:nvSpPr>
        <p:spPr>
          <a:xfrm>
            <a:off x="3195677" y="2812077"/>
            <a:ext cx="91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of Groups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088172C-913C-F7AA-5B72-C54518B22D9B}"/>
              </a:ext>
            </a:extLst>
          </p:cNvPr>
          <p:cNvSpPr/>
          <p:nvPr/>
        </p:nvSpPr>
        <p:spPr>
          <a:xfrm>
            <a:off x="3079750" y="3232298"/>
            <a:ext cx="2400300" cy="3244417"/>
          </a:xfrm>
          <a:prstGeom prst="rect">
            <a:avLst/>
          </a:prstGeom>
          <a:noFill/>
          <a:ln>
            <a:solidFill>
              <a:srgbClr val="AA6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D9BB204-EFFA-574C-C168-2121539D90B5}"/>
              </a:ext>
            </a:extLst>
          </p:cNvPr>
          <p:cNvSpPr/>
          <p:nvPr/>
        </p:nvSpPr>
        <p:spPr>
          <a:xfrm>
            <a:off x="3080944" y="323229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B51E0A-32B3-EF06-BA18-1A734DF6832B}"/>
              </a:ext>
            </a:extLst>
          </p:cNvPr>
          <p:cNvSpPr txBox="1"/>
          <p:nvPr/>
        </p:nvSpPr>
        <p:spPr>
          <a:xfrm>
            <a:off x="3293196" y="3290500"/>
            <a:ext cx="1204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Create Word Set</a:t>
            </a:r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E7F9B960-8013-5056-25BA-D077106B2312}"/>
              </a:ext>
            </a:extLst>
          </p:cNvPr>
          <p:cNvSpPr/>
          <p:nvPr/>
        </p:nvSpPr>
        <p:spPr>
          <a:xfrm rot="10800000">
            <a:off x="3125710" y="333136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AE7317-50E0-0857-EB75-41E55CE1AD5C}"/>
              </a:ext>
            </a:extLst>
          </p:cNvPr>
          <p:cNvSpPr txBox="1"/>
          <p:nvPr/>
        </p:nvSpPr>
        <p:spPr>
          <a:xfrm>
            <a:off x="212651" y="2249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Screen – Create Word Set (no license)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5786ECE-58FE-5AD5-88F9-8A8F5BB147B4}"/>
              </a:ext>
            </a:extLst>
          </p:cNvPr>
          <p:cNvSpPr txBox="1"/>
          <p:nvPr/>
        </p:nvSpPr>
        <p:spPr>
          <a:xfrm>
            <a:off x="2992031" y="2911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Screen – Create Word Set – create new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8BB4C33-EF54-CD5E-4F4F-FD2BE99D675C}"/>
              </a:ext>
            </a:extLst>
          </p:cNvPr>
          <p:cNvSpPr txBox="1"/>
          <p:nvPr/>
        </p:nvSpPr>
        <p:spPr>
          <a:xfrm>
            <a:off x="5699815" y="2249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 Screen – Create Word Set – edit existing </a:t>
            </a: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380E911E-8A08-0C2F-0A6A-50FA95EF16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31632" y="552338"/>
            <a:ext cx="2570980" cy="609963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09F03843-D74B-5FD2-9E47-FE10D282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91" y="1601503"/>
            <a:ext cx="821261" cy="871871"/>
          </a:xfrm>
          <a:prstGeom prst="rect">
            <a:avLst/>
          </a:prstGeom>
        </p:spPr>
      </p:pic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D443CD86-2A5E-D3F5-CF8F-97A054F33071}"/>
              </a:ext>
            </a:extLst>
          </p:cNvPr>
          <p:cNvSpPr/>
          <p:nvPr/>
        </p:nvSpPr>
        <p:spPr>
          <a:xfrm>
            <a:off x="1288520" y="2792731"/>
            <a:ext cx="1190069" cy="3289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164BADE-8E02-4B9D-C472-8AD94050D597}"/>
              </a:ext>
            </a:extLst>
          </p:cNvPr>
          <p:cNvSpPr txBox="1"/>
          <p:nvPr/>
        </p:nvSpPr>
        <p:spPr>
          <a:xfrm>
            <a:off x="431426" y="2818697"/>
            <a:ext cx="91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of Groups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0A1F074-8C33-27A4-4B8B-A98C5A3B9FE3}"/>
              </a:ext>
            </a:extLst>
          </p:cNvPr>
          <p:cNvSpPr/>
          <p:nvPr/>
        </p:nvSpPr>
        <p:spPr>
          <a:xfrm>
            <a:off x="315499" y="3238918"/>
            <a:ext cx="2400300" cy="3244417"/>
          </a:xfrm>
          <a:prstGeom prst="rect">
            <a:avLst/>
          </a:prstGeom>
          <a:noFill/>
          <a:ln>
            <a:solidFill>
              <a:srgbClr val="AA6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1F4C259-53FE-84A1-DF4A-E1BD5A8479F8}"/>
              </a:ext>
            </a:extLst>
          </p:cNvPr>
          <p:cNvSpPr/>
          <p:nvPr/>
        </p:nvSpPr>
        <p:spPr>
          <a:xfrm>
            <a:off x="316693" y="323891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DC8EAC5-81CA-27E1-1A71-15076CF352CF}"/>
              </a:ext>
            </a:extLst>
          </p:cNvPr>
          <p:cNvSpPr txBox="1"/>
          <p:nvPr/>
        </p:nvSpPr>
        <p:spPr>
          <a:xfrm>
            <a:off x="528945" y="3297120"/>
            <a:ext cx="1204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Create Word Set</a:t>
            </a:r>
          </a:p>
        </p:txBody>
      </p:sp>
      <p:sp>
        <p:nvSpPr>
          <p:cNvPr id="147" name="Triangle 146">
            <a:extLst>
              <a:ext uri="{FF2B5EF4-FFF2-40B4-BE49-F238E27FC236}">
                <a16:creationId xmlns:a16="http://schemas.microsoft.com/office/drawing/2014/main" id="{68278836-5181-255A-7028-79539C276929}"/>
              </a:ext>
            </a:extLst>
          </p:cNvPr>
          <p:cNvSpPr/>
          <p:nvPr/>
        </p:nvSpPr>
        <p:spPr>
          <a:xfrm rot="10800000">
            <a:off x="361459" y="333798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C315E36-95E7-CA55-AEED-7EF5A06D28D5}"/>
              </a:ext>
            </a:extLst>
          </p:cNvPr>
          <p:cNvSpPr txBox="1"/>
          <p:nvPr/>
        </p:nvSpPr>
        <p:spPr>
          <a:xfrm>
            <a:off x="580412" y="3572418"/>
            <a:ext cx="1866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Subscribe to create your own word sets!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4B1E39B-CCDC-FE2B-111A-79D13E0DA80A}"/>
              </a:ext>
            </a:extLst>
          </p:cNvPr>
          <p:cNvSpPr/>
          <p:nvPr/>
        </p:nvSpPr>
        <p:spPr>
          <a:xfrm>
            <a:off x="356980" y="3765814"/>
            <a:ext cx="2313083" cy="2770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6AA02C73-7B1A-C1ED-4E0C-D1C563537CE6}"/>
              </a:ext>
            </a:extLst>
          </p:cNvPr>
          <p:cNvSpPr/>
          <p:nvPr/>
        </p:nvSpPr>
        <p:spPr>
          <a:xfrm rot="10800000">
            <a:off x="2443632" y="3826797"/>
            <a:ext cx="179892" cy="15507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0351B50-189A-DD24-8D08-939546A0BAEF}"/>
              </a:ext>
            </a:extLst>
          </p:cNvPr>
          <p:cNvSpPr txBox="1"/>
          <p:nvPr/>
        </p:nvSpPr>
        <p:spPr>
          <a:xfrm>
            <a:off x="387141" y="3771539"/>
            <a:ext cx="1020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Create New…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80180AC-063E-E067-A989-1182387006D5}"/>
              </a:ext>
            </a:extLst>
          </p:cNvPr>
          <p:cNvSpPr/>
          <p:nvPr/>
        </p:nvSpPr>
        <p:spPr>
          <a:xfrm>
            <a:off x="3129452" y="3679836"/>
            <a:ext cx="2313083" cy="277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riangle 155">
            <a:extLst>
              <a:ext uri="{FF2B5EF4-FFF2-40B4-BE49-F238E27FC236}">
                <a16:creationId xmlns:a16="http://schemas.microsoft.com/office/drawing/2014/main" id="{0BFDE277-5EB5-FFCB-026A-575CFD588DA8}"/>
              </a:ext>
            </a:extLst>
          </p:cNvPr>
          <p:cNvSpPr/>
          <p:nvPr/>
        </p:nvSpPr>
        <p:spPr>
          <a:xfrm rot="10800000">
            <a:off x="5216104" y="3740819"/>
            <a:ext cx="179892" cy="15507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43899DC-E9F8-1939-95FA-68D539AFF821}"/>
              </a:ext>
            </a:extLst>
          </p:cNvPr>
          <p:cNvSpPr txBox="1"/>
          <p:nvPr/>
        </p:nvSpPr>
        <p:spPr>
          <a:xfrm>
            <a:off x="3159613" y="3685561"/>
            <a:ext cx="1020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Create New…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E71090A-5FC0-0341-380C-7CF1B0D68A03}"/>
              </a:ext>
            </a:extLst>
          </p:cNvPr>
          <p:cNvSpPr/>
          <p:nvPr/>
        </p:nvSpPr>
        <p:spPr>
          <a:xfrm>
            <a:off x="3129453" y="4011158"/>
            <a:ext cx="1455248" cy="277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446B08E-4C9D-BBB9-BDF6-E41DCDD9B07F}"/>
              </a:ext>
            </a:extLst>
          </p:cNvPr>
          <p:cNvSpPr txBox="1"/>
          <p:nvPr/>
        </p:nvSpPr>
        <p:spPr>
          <a:xfrm>
            <a:off x="3141014" y="4019434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New Set 1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18CF6562-3BF2-82DE-5331-7FE6D39492C9}"/>
              </a:ext>
            </a:extLst>
          </p:cNvPr>
          <p:cNvSpPr/>
          <p:nvPr/>
        </p:nvSpPr>
        <p:spPr>
          <a:xfrm>
            <a:off x="4638808" y="4008998"/>
            <a:ext cx="803727" cy="27704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Save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ED7C94E8-59FA-6199-DADF-B521DA3BC31B}"/>
              </a:ext>
            </a:extLst>
          </p:cNvPr>
          <p:cNvSpPr/>
          <p:nvPr/>
        </p:nvSpPr>
        <p:spPr>
          <a:xfrm>
            <a:off x="3129452" y="4657197"/>
            <a:ext cx="2313083" cy="17436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1294539-137E-22A4-AA66-77B075E20FCF}"/>
              </a:ext>
            </a:extLst>
          </p:cNvPr>
          <p:cNvSpPr txBox="1"/>
          <p:nvPr/>
        </p:nvSpPr>
        <p:spPr>
          <a:xfrm>
            <a:off x="3075684" y="4295848"/>
            <a:ext cx="231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Paste in a set of words, or type words one by one (min 20):</a:t>
            </a:r>
          </a:p>
        </p:txBody>
      </p:sp>
      <p:graphicFrame>
        <p:nvGraphicFramePr>
          <p:cNvPr id="163" name="Table 162">
            <a:extLst>
              <a:ext uri="{FF2B5EF4-FFF2-40B4-BE49-F238E27FC236}">
                <a16:creationId xmlns:a16="http://schemas.microsoft.com/office/drawing/2014/main" id="{721FFADC-12BE-6D44-C058-99AEF48BD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700710"/>
              </p:ext>
            </p:extLst>
          </p:nvPr>
        </p:nvGraphicFramePr>
        <p:xfrm>
          <a:off x="3195677" y="4719903"/>
          <a:ext cx="1223923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banana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cookie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dough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948094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egg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35682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flour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893597"/>
                  </a:ext>
                </a:extLst>
              </a:tr>
            </a:tbl>
          </a:graphicData>
        </a:graphic>
      </p:graphicFrame>
      <p:pic>
        <p:nvPicPr>
          <p:cNvPr id="173" name="Picture 172">
            <a:extLst>
              <a:ext uri="{FF2B5EF4-FFF2-40B4-BE49-F238E27FC236}">
                <a16:creationId xmlns:a16="http://schemas.microsoft.com/office/drawing/2014/main" id="{8656F597-2D39-2E63-8E5F-22DB136D7F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5762991" y="545718"/>
            <a:ext cx="2570980" cy="6099631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C99EE29F-16BB-67E3-BA66-E79B195A5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850" y="1594883"/>
            <a:ext cx="821261" cy="871871"/>
          </a:xfrm>
          <a:prstGeom prst="rect">
            <a:avLst/>
          </a:prstGeom>
        </p:spPr>
      </p:pic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B9B3FB3F-75C7-C0F1-33DC-72CA10EC6435}"/>
              </a:ext>
            </a:extLst>
          </p:cNvPr>
          <p:cNvSpPr/>
          <p:nvPr/>
        </p:nvSpPr>
        <p:spPr>
          <a:xfrm>
            <a:off x="6819879" y="2786111"/>
            <a:ext cx="1190069" cy="3289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157A741-BD4C-F91B-2774-DCABA6C3EA51}"/>
              </a:ext>
            </a:extLst>
          </p:cNvPr>
          <p:cNvSpPr txBox="1"/>
          <p:nvPr/>
        </p:nvSpPr>
        <p:spPr>
          <a:xfrm>
            <a:off x="5962785" y="2812077"/>
            <a:ext cx="91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of Groups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BA31380-6558-1C33-92DB-D4F0B712DEF5}"/>
              </a:ext>
            </a:extLst>
          </p:cNvPr>
          <p:cNvSpPr/>
          <p:nvPr/>
        </p:nvSpPr>
        <p:spPr>
          <a:xfrm>
            <a:off x="5846858" y="3232298"/>
            <a:ext cx="2400300" cy="3244417"/>
          </a:xfrm>
          <a:prstGeom prst="rect">
            <a:avLst/>
          </a:prstGeom>
          <a:noFill/>
          <a:ln>
            <a:solidFill>
              <a:srgbClr val="AA6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B449065-D77B-2706-20D8-60BDD0B9F69A}"/>
              </a:ext>
            </a:extLst>
          </p:cNvPr>
          <p:cNvSpPr/>
          <p:nvPr/>
        </p:nvSpPr>
        <p:spPr>
          <a:xfrm>
            <a:off x="5848052" y="323229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7D18FA3-23E5-5053-2FBB-C717530A72A6}"/>
              </a:ext>
            </a:extLst>
          </p:cNvPr>
          <p:cNvSpPr txBox="1"/>
          <p:nvPr/>
        </p:nvSpPr>
        <p:spPr>
          <a:xfrm>
            <a:off x="6060304" y="3290500"/>
            <a:ext cx="1204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Create Word Set</a:t>
            </a:r>
          </a:p>
        </p:txBody>
      </p:sp>
      <p:sp>
        <p:nvSpPr>
          <p:cNvPr id="180" name="Triangle 179">
            <a:extLst>
              <a:ext uri="{FF2B5EF4-FFF2-40B4-BE49-F238E27FC236}">
                <a16:creationId xmlns:a16="http://schemas.microsoft.com/office/drawing/2014/main" id="{03E35844-F8B5-FF0D-3C71-EBF08693299A}"/>
              </a:ext>
            </a:extLst>
          </p:cNvPr>
          <p:cNvSpPr/>
          <p:nvPr/>
        </p:nvSpPr>
        <p:spPr>
          <a:xfrm rot="10800000">
            <a:off x="5892818" y="333136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D1C41A6-39A1-80B8-F529-F821B27C56B6}"/>
              </a:ext>
            </a:extLst>
          </p:cNvPr>
          <p:cNvSpPr/>
          <p:nvPr/>
        </p:nvSpPr>
        <p:spPr>
          <a:xfrm>
            <a:off x="5896560" y="3679836"/>
            <a:ext cx="2313083" cy="277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Triangle 181">
            <a:extLst>
              <a:ext uri="{FF2B5EF4-FFF2-40B4-BE49-F238E27FC236}">
                <a16:creationId xmlns:a16="http://schemas.microsoft.com/office/drawing/2014/main" id="{6D18D14F-EF22-FEA2-D86F-085E86E4C4CF}"/>
              </a:ext>
            </a:extLst>
          </p:cNvPr>
          <p:cNvSpPr/>
          <p:nvPr/>
        </p:nvSpPr>
        <p:spPr>
          <a:xfrm rot="10800000">
            <a:off x="7983212" y="3740819"/>
            <a:ext cx="179892" cy="15507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2421D20-E1FD-BA96-E5C4-ADFC0093D618}"/>
              </a:ext>
            </a:extLst>
          </p:cNvPr>
          <p:cNvSpPr txBox="1"/>
          <p:nvPr/>
        </p:nvSpPr>
        <p:spPr>
          <a:xfrm>
            <a:off x="5926721" y="3685561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New Set 1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6E6D267D-10CE-1B5A-B069-A3F3189E392F}"/>
              </a:ext>
            </a:extLst>
          </p:cNvPr>
          <p:cNvSpPr/>
          <p:nvPr/>
        </p:nvSpPr>
        <p:spPr>
          <a:xfrm>
            <a:off x="5896561" y="4011158"/>
            <a:ext cx="1455248" cy="277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96D8731-2F53-1528-BE86-9317641D7B20}"/>
              </a:ext>
            </a:extLst>
          </p:cNvPr>
          <p:cNvSpPr txBox="1"/>
          <p:nvPr/>
        </p:nvSpPr>
        <p:spPr>
          <a:xfrm>
            <a:off x="5908122" y="4019434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New Set 1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D710DBD3-A75D-8D2A-E5F6-897E78EDDAA9}"/>
              </a:ext>
            </a:extLst>
          </p:cNvPr>
          <p:cNvSpPr/>
          <p:nvPr/>
        </p:nvSpPr>
        <p:spPr>
          <a:xfrm>
            <a:off x="7405916" y="4008998"/>
            <a:ext cx="803727" cy="27704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Save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E239E15-467D-5737-DF18-0BCB3CB4BA48}"/>
              </a:ext>
            </a:extLst>
          </p:cNvPr>
          <p:cNvSpPr/>
          <p:nvPr/>
        </p:nvSpPr>
        <p:spPr>
          <a:xfrm>
            <a:off x="5896560" y="4657197"/>
            <a:ext cx="2313083" cy="17436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E6378A7-75CA-C332-77AC-BEF0A382887E}"/>
              </a:ext>
            </a:extLst>
          </p:cNvPr>
          <p:cNvSpPr txBox="1"/>
          <p:nvPr/>
        </p:nvSpPr>
        <p:spPr>
          <a:xfrm>
            <a:off x="5842792" y="4295848"/>
            <a:ext cx="231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Paste in a set of words, or type words one by one (min 20):</a:t>
            </a:r>
          </a:p>
        </p:txBody>
      </p:sp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D2F628F1-BF6B-601C-FA03-BCB7AF146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8664"/>
              </p:ext>
            </p:extLst>
          </p:nvPr>
        </p:nvGraphicFramePr>
        <p:xfrm>
          <a:off x="5962785" y="4719903"/>
          <a:ext cx="1223923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banana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cookie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dough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948094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egg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35682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flour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893597"/>
                  </a:ext>
                </a:extLst>
              </a:tr>
            </a:tbl>
          </a:graphicData>
        </a:graphic>
      </p:graphicFrame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27CF9C67-8116-AFDA-CCC5-C09CB19E7B69}"/>
              </a:ext>
            </a:extLst>
          </p:cNvPr>
          <p:cNvSpPr/>
          <p:nvPr/>
        </p:nvSpPr>
        <p:spPr>
          <a:xfrm>
            <a:off x="7120518" y="3722148"/>
            <a:ext cx="803727" cy="18431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76635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5332A-453E-EEE1-FA47-4936A4D7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F32C1C80-8BD9-D452-55EE-C47EF8A605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12651" y="545718"/>
            <a:ext cx="2570980" cy="6099631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418CF39-2D07-AA69-5C7F-2B524BC614B6}"/>
              </a:ext>
            </a:extLst>
          </p:cNvPr>
          <p:cNvSpPr/>
          <p:nvPr/>
        </p:nvSpPr>
        <p:spPr>
          <a:xfrm>
            <a:off x="297712" y="323229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A4A1A-A800-94C0-6BAF-FDB7F80873B5}"/>
              </a:ext>
            </a:extLst>
          </p:cNvPr>
          <p:cNvSpPr txBox="1"/>
          <p:nvPr/>
        </p:nvSpPr>
        <p:spPr>
          <a:xfrm>
            <a:off x="509964" y="3290500"/>
            <a:ext cx="728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 Group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3F4C3A2-9E86-0078-BD98-9BAFB94CB876}"/>
              </a:ext>
            </a:extLst>
          </p:cNvPr>
          <p:cNvSpPr/>
          <p:nvPr/>
        </p:nvSpPr>
        <p:spPr>
          <a:xfrm>
            <a:off x="901734" y="1605083"/>
            <a:ext cx="1190069" cy="3289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Start Round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4252E5A-1424-04DC-92E9-08069A975FD7}"/>
              </a:ext>
            </a:extLst>
          </p:cNvPr>
          <p:cNvSpPr txBox="1"/>
          <p:nvPr/>
        </p:nvSpPr>
        <p:spPr>
          <a:xfrm>
            <a:off x="212651" y="9657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Before Start – Host 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6B76E6-EA89-7F66-47CC-47A4FDF966BD}"/>
              </a:ext>
            </a:extLst>
          </p:cNvPr>
          <p:cNvSpPr/>
          <p:nvPr/>
        </p:nvSpPr>
        <p:spPr>
          <a:xfrm>
            <a:off x="303482" y="2812077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A8919C-F426-DAB6-7CCC-BE6CB0E2C83F}"/>
              </a:ext>
            </a:extLst>
          </p:cNvPr>
          <p:cNvSpPr txBox="1"/>
          <p:nvPr/>
        </p:nvSpPr>
        <p:spPr>
          <a:xfrm>
            <a:off x="515734" y="2870279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3A6F0FAF-834E-C845-C252-A0ABCE16F300}"/>
              </a:ext>
            </a:extLst>
          </p:cNvPr>
          <p:cNvSpPr/>
          <p:nvPr/>
        </p:nvSpPr>
        <p:spPr>
          <a:xfrm rot="5400000">
            <a:off x="348248" y="2911146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9835480-0B6F-3897-374A-436A63C662DA}"/>
              </a:ext>
            </a:extLst>
          </p:cNvPr>
          <p:cNvSpPr/>
          <p:nvPr/>
        </p:nvSpPr>
        <p:spPr>
          <a:xfrm>
            <a:off x="1064961" y="2416637"/>
            <a:ext cx="919247" cy="254077"/>
          </a:xfrm>
          <a:prstGeom prst="roundRect">
            <a:avLst/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Groups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2D9988-9C6F-5AD7-2FD7-8D9CF3A9A6B3}"/>
              </a:ext>
            </a:extLst>
          </p:cNvPr>
          <p:cNvSpPr txBox="1"/>
          <p:nvPr/>
        </p:nvSpPr>
        <p:spPr>
          <a:xfrm>
            <a:off x="929111" y="1361330"/>
            <a:ext cx="10550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Word Set: Animals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1A3F1B5-D319-EFA8-7DEB-482EDE84F2A6}"/>
              </a:ext>
            </a:extLst>
          </p:cNvPr>
          <p:cNvSpPr/>
          <p:nvPr/>
        </p:nvSpPr>
        <p:spPr>
          <a:xfrm>
            <a:off x="1066768" y="2097233"/>
            <a:ext cx="919247" cy="254077"/>
          </a:xfrm>
          <a:prstGeom prst="roundRect">
            <a:avLst/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Shuffle Groups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CE127B66-1C88-E0DA-515D-8ED9BECA762E}"/>
              </a:ext>
            </a:extLst>
          </p:cNvPr>
          <p:cNvSpPr/>
          <p:nvPr/>
        </p:nvSpPr>
        <p:spPr>
          <a:xfrm rot="10800000">
            <a:off x="344561" y="3348898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7D4398-9677-B4D9-ECE4-E27746BCB9CF}"/>
              </a:ext>
            </a:extLst>
          </p:cNvPr>
          <p:cNvSpPr/>
          <p:nvPr/>
        </p:nvSpPr>
        <p:spPr>
          <a:xfrm>
            <a:off x="338740" y="3654310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629CD0C-2C9E-44DE-DD22-91CA0904C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704361"/>
              </p:ext>
            </p:extLst>
          </p:nvPr>
        </p:nvGraphicFramePr>
        <p:xfrm>
          <a:off x="432424" y="3710334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Brian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Christie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8DA40EFF-A3CD-218E-C169-0DC0BD699D41}"/>
              </a:ext>
            </a:extLst>
          </p:cNvPr>
          <p:cNvSpPr/>
          <p:nvPr/>
        </p:nvSpPr>
        <p:spPr>
          <a:xfrm>
            <a:off x="298579" y="4498393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2F3898-D8E8-1F67-A3B0-D863A8C2B391}"/>
              </a:ext>
            </a:extLst>
          </p:cNvPr>
          <p:cNvSpPr txBox="1"/>
          <p:nvPr/>
        </p:nvSpPr>
        <p:spPr>
          <a:xfrm>
            <a:off x="510831" y="4556595"/>
            <a:ext cx="904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Out Groups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A0509B73-8285-0E78-4F08-071954A767C7}"/>
              </a:ext>
            </a:extLst>
          </p:cNvPr>
          <p:cNvSpPr/>
          <p:nvPr/>
        </p:nvSpPr>
        <p:spPr>
          <a:xfrm rot="10800000">
            <a:off x="345428" y="4614993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FC6CC2-6469-86F0-6EB5-AB74E25E6A21}"/>
              </a:ext>
            </a:extLst>
          </p:cNvPr>
          <p:cNvSpPr/>
          <p:nvPr/>
        </p:nvSpPr>
        <p:spPr>
          <a:xfrm>
            <a:off x="347403" y="4911435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5CE63C5-BECE-F1D5-673F-CA6D9363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24290"/>
              </p:ext>
            </p:extLst>
          </p:nvPr>
        </p:nvGraphicFramePr>
        <p:xfrm>
          <a:off x="441087" y="4967459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Dave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Evan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Frankie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D8BA52C6-F77A-374E-2064-76853DBE5F5A}"/>
              </a:ext>
            </a:extLst>
          </p:cNvPr>
          <p:cNvSpPr/>
          <p:nvPr/>
        </p:nvSpPr>
        <p:spPr>
          <a:xfrm>
            <a:off x="345428" y="5807958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84458AE-39D6-0708-F6D0-542F3999D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90643"/>
              </p:ext>
            </p:extLst>
          </p:nvPr>
        </p:nvGraphicFramePr>
        <p:xfrm>
          <a:off x="439112" y="5863982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George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Harold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Irene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pic>
        <p:nvPicPr>
          <p:cNvPr id="62" name="Picture 61">
            <a:extLst>
              <a:ext uri="{FF2B5EF4-FFF2-40B4-BE49-F238E27FC236}">
                <a16:creationId xmlns:a16="http://schemas.microsoft.com/office/drawing/2014/main" id="{6F2DDD6F-D1B1-F114-73E3-DE5A341DC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937848" y="539098"/>
            <a:ext cx="2570980" cy="6099631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27DF5A0-38C1-4FBC-2735-DDDBE721D64A}"/>
              </a:ext>
            </a:extLst>
          </p:cNvPr>
          <p:cNvSpPr/>
          <p:nvPr/>
        </p:nvSpPr>
        <p:spPr>
          <a:xfrm>
            <a:off x="3022909" y="2827312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0EA112-5329-4DCC-440A-C6E5D95B8E63}"/>
              </a:ext>
            </a:extLst>
          </p:cNvPr>
          <p:cNvSpPr txBox="1"/>
          <p:nvPr/>
        </p:nvSpPr>
        <p:spPr>
          <a:xfrm>
            <a:off x="3235161" y="2885514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70B85B68-A258-7FB7-2AD2-441A0ED46137}"/>
              </a:ext>
            </a:extLst>
          </p:cNvPr>
          <p:cNvSpPr/>
          <p:nvPr/>
        </p:nvSpPr>
        <p:spPr>
          <a:xfrm>
            <a:off x="3626931" y="1598463"/>
            <a:ext cx="1190069" cy="3289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Start Round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7093FE-A062-64A5-7C34-3335A28725FD}"/>
              </a:ext>
            </a:extLst>
          </p:cNvPr>
          <p:cNvSpPr txBox="1"/>
          <p:nvPr/>
        </p:nvSpPr>
        <p:spPr>
          <a:xfrm>
            <a:off x="2937848" y="8995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Before Start – Host View (Scoreboard)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FBD3D0A2-758C-A132-258F-D1334C55A17E}"/>
              </a:ext>
            </a:extLst>
          </p:cNvPr>
          <p:cNvSpPr/>
          <p:nvPr/>
        </p:nvSpPr>
        <p:spPr>
          <a:xfrm>
            <a:off x="3790158" y="2410017"/>
            <a:ext cx="919247" cy="254077"/>
          </a:xfrm>
          <a:prstGeom prst="roundRect">
            <a:avLst/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Groups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BCC9C6-E721-40BA-840D-042859ED210F}"/>
              </a:ext>
            </a:extLst>
          </p:cNvPr>
          <p:cNvSpPr txBox="1"/>
          <p:nvPr/>
        </p:nvSpPr>
        <p:spPr>
          <a:xfrm>
            <a:off x="3654308" y="1354710"/>
            <a:ext cx="10550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Word Set: Animals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C1E212C1-DD98-7CBA-0BF2-694BC5C8077A}"/>
              </a:ext>
            </a:extLst>
          </p:cNvPr>
          <p:cNvSpPr/>
          <p:nvPr/>
        </p:nvSpPr>
        <p:spPr>
          <a:xfrm>
            <a:off x="3791965" y="2090613"/>
            <a:ext cx="919247" cy="254077"/>
          </a:xfrm>
          <a:prstGeom prst="roundRect">
            <a:avLst/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Shuffle Groups</a:t>
            </a:r>
          </a:p>
        </p:txBody>
      </p:sp>
      <p:sp>
        <p:nvSpPr>
          <p:cNvPr id="84" name="Triangle 83">
            <a:extLst>
              <a:ext uri="{FF2B5EF4-FFF2-40B4-BE49-F238E27FC236}">
                <a16:creationId xmlns:a16="http://schemas.microsoft.com/office/drawing/2014/main" id="{E9B0BC40-F1C1-0060-9C98-5B9F390700B0}"/>
              </a:ext>
            </a:extLst>
          </p:cNvPr>
          <p:cNvSpPr/>
          <p:nvPr/>
        </p:nvSpPr>
        <p:spPr>
          <a:xfrm rot="10800000">
            <a:off x="3069758" y="2943912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BCEA6C2-759D-2D78-5B81-8271F98525BB}"/>
              </a:ext>
            </a:extLst>
          </p:cNvPr>
          <p:cNvSpPr/>
          <p:nvPr/>
        </p:nvSpPr>
        <p:spPr>
          <a:xfrm>
            <a:off x="3063937" y="3249324"/>
            <a:ext cx="2313083" cy="3069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35DF1562-888E-764E-5613-CE94BBCBBF41}"/>
              </a:ext>
            </a:extLst>
          </p:cNvPr>
          <p:cNvSpPr/>
          <p:nvPr/>
        </p:nvSpPr>
        <p:spPr>
          <a:xfrm>
            <a:off x="3155130" y="3767113"/>
            <a:ext cx="339438" cy="339438"/>
          </a:xfrm>
          <a:prstGeom prst="ellipse">
            <a:avLst/>
          </a:prstGeom>
          <a:solidFill>
            <a:srgbClr val="A437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A51D72C-17F3-056D-AA38-79B0D9C9E806}"/>
              </a:ext>
            </a:extLst>
          </p:cNvPr>
          <p:cNvSpPr txBox="1"/>
          <p:nvPr/>
        </p:nvSpPr>
        <p:spPr>
          <a:xfrm>
            <a:off x="3539334" y="3804275"/>
            <a:ext cx="1089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Alex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D62BA05-AC8F-8246-E989-DF0785742ADA}"/>
              </a:ext>
            </a:extLst>
          </p:cNvPr>
          <p:cNvSpPr txBox="1"/>
          <p:nvPr/>
        </p:nvSpPr>
        <p:spPr>
          <a:xfrm>
            <a:off x="4875681" y="381869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D70226D5-37F4-5193-1347-6075A3287C11}"/>
              </a:ext>
            </a:extLst>
          </p:cNvPr>
          <p:cNvSpPr/>
          <p:nvPr/>
        </p:nvSpPr>
        <p:spPr>
          <a:xfrm>
            <a:off x="3155278" y="4210752"/>
            <a:ext cx="339438" cy="339438"/>
          </a:xfrm>
          <a:prstGeom prst="ellipse">
            <a:avLst/>
          </a:prstGeom>
          <a:solidFill>
            <a:srgbClr val="A437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38A06FE-9159-B735-2AFA-2A4E29B9A772}"/>
              </a:ext>
            </a:extLst>
          </p:cNvPr>
          <p:cNvSpPr txBox="1"/>
          <p:nvPr/>
        </p:nvSpPr>
        <p:spPr>
          <a:xfrm>
            <a:off x="3539482" y="4247914"/>
            <a:ext cx="1147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Brian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0275A2B-AC0A-8B26-AD20-4526D404E0F2}"/>
              </a:ext>
            </a:extLst>
          </p:cNvPr>
          <p:cNvSpPr txBox="1"/>
          <p:nvPr/>
        </p:nvSpPr>
        <p:spPr>
          <a:xfrm>
            <a:off x="4875829" y="426233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DD03D5F-8CFC-E90F-64EC-BD83111C50B9}"/>
              </a:ext>
            </a:extLst>
          </p:cNvPr>
          <p:cNvSpPr/>
          <p:nvPr/>
        </p:nvSpPr>
        <p:spPr>
          <a:xfrm>
            <a:off x="3152712" y="4697635"/>
            <a:ext cx="339438" cy="339438"/>
          </a:xfrm>
          <a:prstGeom prst="ellipse">
            <a:avLst/>
          </a:prstGeom>
          <a:solidFill>
            <a:srgbClr val="A437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9CAADC6-67FA-03B4-13B5-901FDA850F74}"/>
              </a:ext>
            </a:extLst>
          </p:cNvPr>
          <p:cNvSpPr txBox="1"/>
          <p:nvPr/>
        </p:nvSpPr>
        <p:spPr>
          <a:xfrm>
            <a:off x="3536916" y="4734797"/>
            <a:ext cx="1330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Christie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1254A7E-7DC5-A387-1674-1B0B1995E61A}"/>
              </a:ext>
            </a:extLst>
          </p:cNvPr>
          <p:cNvSpPr txBox="1"/>
          <p:nvPr/>
        </p:nvSpPr>
        <p:spPr>
          <a:xfrm>
            <a:off x="4873263" y="474921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6A043EC0-DDF0-4324-DF28-C04C8C6B266E}"/>
              </a:ext>
            </a:extLst>
          </p:cNvPr>
          <p:cNvSpPr/>
          <p:nvPr/>
        </p:nvSpPr>
        <p:spPr>
          <a:xfrm>
            <a:off x="3155130" y="5204449"/>
            <a:ext cx="339438" cy="339438"/>
          </a:xfrm>
          <a:prstGeom prst="ellipse">
            <a:avLst/>
          </a:prstGeom>
          <a:solidFill>
            <a:srgbClr val="A437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B9F1FB5-9627-AB68-2F3E-ABBDA98694FF}"/>
              </a:ext>
            </a:extLst>
          </p:cNvPr>
          <p:cNvSpPr txBox="1"/>
          <p:nvPr/>
        </p:nvSpPr>
        <p:spPr>
          <a:xfrm>
            <a:off x="3539334" y="5241611"/>
            <a:ext cx="1132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Dave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4398E5D-BEC1-7809-4076-315D088BBB46}"/>
              </a:ext>
            </a:extLst>
          </p:cNvPr>
          <p:cNvSpPr txBox="1"/>
          <p:nvPr/>
        </p:nvSpPr>
        <p:spPr>
          <a:xfrm>
            <a:off x="4875681" y="52560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58B651A-61E3-15D8-21D0-0DF29FFFEDB3}"/>
              </a:ext>
            </a:extLst>
          </p:cNvPr>
          <p:cNvSpPr/>
          <p:nvPr/>
        </p:nvSpPr>
        <p:spPr>
          <a:xfrm>
            <a:off x="3146984" y="5687911"/>
            <a:ext cx="339438" cy="339438"/>
          </a:xfrm>
          <a:prstGeom prst="ellipse">
            <a:avLst/>
          </a:prstGeom>
          <a:solidFill>
            <a:srgbClr val="A437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64BE154-D639-3B00-96E5-81393D5EC358}"/>
              </a:ext>
            </a:extLst>
          </p:cNvPr>
          <p:cNvSpPr txBox="1"/>
          <p:nvPr/>
        </p:nvSpPr>
        <p:spPr>
          <a:xfrm>
            <a:off x="3531188" y="5725073"/>
            <a:ext cx="1150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Evan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F35CADC-580C-358F-5F90-417E29A064A4}"/>
              </a:ext>
            </a:extLst>
          </p:cNvPr>
          <p:cNvSpPr txBox="1"/>
          <p:nvPr/>
        </p:nvSpPr>
        <p:spPr>
          <a:xfrm>
            <a:off x="4867535" y="573949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7D3BF5E-888F-3BEE-E1F6-5908725424F5}"/>
              </a:ext>
            </a:extLst>
          </p:cNvPr>
          <p:cNvSpPr txBox="1"/>
          <p:nvPr/>
        </p:nvSpPr>
        <p:spPr>
          <a:xfrm>
            <a:off x="5656989" y="82886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Before Start – Participant View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BC806900-EEA5-024F-5FEC-BBFE3F7DA9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5687153" y="532478"/>
            <a:ext cx="2570980" cy="6099631"/>
          </a:xfrm>
          <a:prstGeom prst="rect">
            <a:avLst/>
          </a:prstGeom>
        </p:spPr>
      </p:pic>
      <p:sp>
        <p:nvSpPr>
          <p:cNvPr id="146" name="Rectangle 145">
            <a:extLst>
              <a:ext uri="{FF2B5EF4-FFF2-40B4-BE49-F238E27FC236}">
                <a16:creationId xmlns:a16="http://schemas.microsoft.com/office/drawing/2014/main" id="{AF73F127-0C22-FA53-F592-2B7D77A39722}"/>
              </a:ext>
            </a:extLst>
          </p:cNvPr>
          <p:cNvSpPr/>
          <p:nvPr/>
        </p:nvSpPr>
        <p:spPr>
          <a:xfrm>
            <a:off x="5772214" y="321905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2BEEB29-697F-EADE-E7D6-783F60244952}"/>
              </a:ext>
            </a:extLst>
          </p:cNvPr>
          <p:cNvSpPr txBox="1"/>
          <p:nvPr/>
        </p:nvSpPr>
        <p:spPr>
          <a:xfrm>
            <a:off x="5984466" y="3277260"/>
            <a:ext cx="728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 Group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41DCC02-4B2A-F3F4-78F1-2DAAFA7E76CF}"/>
              </a:ext>
            </a:extLst>
          </p:cNvPr>
          <p:cNvSpPr/>
          <p:nvPr/>
        </p:nvSpPr>
        <p:spPr>
          <a:xfrm>
            <a:off x="5777984" y="2798837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3678B5D-A22F-ACB3-4107-26F7C6248EAF}"/>
              </a:ext>
            </a:extLst>
          </p:cNvPr>
          <p:cNvSpPr txBox="1"/>
          <p:nvPr/>
        </p:nvSpPr>
        <p:spPr>
          <a:xfrm>
            <a:off x="5990236" y="2857039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151" name="Triangle 150">
            <a:extLst>
              <a:ext uri="{FF2B5EF4-FFF2-40B4-BE49-F238E27FC236}">
                <a16:creationId xmlns:a16="http://schemas.microsoft.com/office/drawing/2014/main" id="{67FF9228-4B21-334A-49F9-17D60F094EBC}"/>
              </a:ext>
            </a:extLst>
          </p:cNvPr>
          <p:cNvSpPr/>
          <p:nvPr/>
        </p:nvSpPr>
        <p:spPr>
          <a:xfrm rot="5400000">
            <a:off x="5822750" y="2897906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7DDB596-91D0-4DC1-5F4E-701A6693F671}"/>
              </a:ext>
            </a:extLst>
          </p:cNvPr>
          <p:cNvSpPr txBox="1"/>
          <p:nvPr/>
        </p:nvSpPr>
        <p:spPr>
          <a:xfrm>
            <a:off x="6403613" y="1348090"/>
            <a:ext cx="10550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Word Set: Animals</a:t>
            </a:r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BAD4D660-B2CE-B9F0-9DA9-8529DCC3856E}"/>
              </a:ext>
            </a:extLst>
          </p:cNvPr>
          <p:cNvSpPr/>
          <p:nvPr/>
        </p:nvSpPr>
        <p:spPr>
          <a:xfrm rot="10800000">
            <a:off x="5819063" y="3335658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580C3E2-5B11-25B7-7262-28F068692619}"/>
              </a:ext>
            </a:extLst>
          </p:cNvPr>
          <p:cNvSpPr/>
          <p:nvPr/>
        </p:nvSpPr>
        <p:spPr>
          <a:xfrm>
            <a:off x="5813242" y="3641070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7" name="Table 156">
            <a:extLst>
              <a:ext uri="{FF2B5EF4-FFF2-40B4-BE49-F238E27FC236}">
                <a16:creationId xmlns:a16="http://schemas.microsoft.com/office/drawing/2014/main" id="{2BD06492-C87A-DFF5-7A3E-B9A28CBB6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615160"/>
              </p:ext>
            </p:extLst>
          </p:nvPr>
        </p:nvGraphicFramePr>
        <p:xfrm>
          <a:off x="5906926" y="3697094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Brian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Christie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158" name="Rectangle 157">
            <a:extLst>
              <a:ext uri="{FF2B5EF4-FFF2-40B4-BE49-F238E27FC236}">
                <a16:creationId xmlns:a16="http://schemas.microsoft.com/office/drawing/2014/main" id="{EFA02D43-4758-3411-C168-3E0F89974B0F}"/>
              </a:ext>
            </a:extLst>
          </p:cNvPr>
          <p:cNvSpPr/>
          <p:nvPr/>
        </p:nvSpPr>
        <p:spPr>
          <a:xfrm>
            <a:off x="5773081" y="4485153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4354BF3-9EC4-6B34-7D68-103C0C2167FA}"/>
              </a:ext>
            </a:extLst>
          </p:cNvPr>
          <p:cNvSpPr txBox="1"/>
          <p:nvPr/>
        </p:nvSpPr>
        <p:spPr>
          <a:xfrm>
            <a:off x="5985333" y="4543355"/>
            <a:ext cx="904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Out Groups</a:t>
            </a:r>
          </a:p>
        </p:txBody>
      </p:sp>
      <p:sp>
        <p:nvSpPr>
          <p:cNvPr id="160" name="Triangle 159">
            <a:extLst>
              <a:ext uri="{FF2B5EF4-FFF2-40B4-BE49-F238E27FC236}">
                <a16:creationId xmlns:a16="http://schemas.microsoft.com/office/drawing/2014/main" id="{6BE9E32D-A254-CB26-929D-32652129F52A}"/>
              </a:ext>
            </a:extLst>
          </p:cNvPr>
          <p:cNvSpPr/>
          <p:nvPr/>
        </p:nvSpPr>
        <p:spPr>
          <a:xfrm rot="10800000">
            <a:off x="5819930" y="4601753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A6F221A-8ED3-726A-48EF-F4060966C2DD}"/>
              </a:ext>
            </a:extLst>
          </p:cNvPr>
          <p:cNvSpPr/>
          <p:nvPr/>
        </p:nvSpPr>
        <p:spPr>
          <a:xfrm>
            <a:off x="5821905" y="4898195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2" name="Table 161">
            <a:extLst>
              <a:ext uri="{FF2B5EF4-FFF2-40B4-BE49-F238E27FC236}">
                <a16:creationId xmlns:a16="http://schemas.microsoft.com/office/drawing/2014/main" id="{49CD62C6-4371-45ED-9E3B-C20E3A4CD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339781"/>
              </p:ext>
            </p:extLst>
          </p:nvPr>
        </p:nvGraphicFramePr>
        <p:xfrm>
          <a:off x="5915589" y="4954219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Dave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Evan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Frankie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163" name="Rectangle 162">
            <a:extLst>
              <a:ext uri="{FF2B5EF4-FFF2-40B4-BE49-F238E27FC236}">
                <a16:creationId xmlns:a16="http://schemas.microsoft.com/office/drawing/2014/main" id="{07F91F28-AD26-FDB1-6E05-24A19E1448B8}"/>
              </a:ext>
            </a:extLst>
          </p:cNvPr>
          <p:cNvSpPr/>
          <p:nvPr/>
        </p:nvSpPr>
        <p:spPr>
          <a:xfrm>
            <a:off x="5819930" y="5794718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4" name="Table 163">
            <a:extLst>
              <a:ext uri="{FF2B5EF4-FFF2-40B4-BE49-F238E27FC236}">
                <a16:creationId xmlns:a16="http://schemas.microsoft.com/office/drawing/2014/main" id="{833CA4B1-A1CC-FDAD-EF6D-AB6DBE37D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55617"/>
              </p:ext>
            </p:extLst>
          </p:nvPr>
        </p:nvGraphicFramePr>
        <p:xfrm>
          <a:off x="5913614" y="5850742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George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Harold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Irene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165" name="TextBox 164">
            <a:extLst>
              <a:ext uri="{FF2B5EF4-FFF2-40B4-BE49-F238E27FC236}">
                <a16:creationId xmlns:a16="http://schemas.microsoft.com/office/drawing/2014/main" id="{A5211C6A-EF38-AE89-1210-45059A79A457}"/>
              </a:ext>
            </a:extLst>
          </p:cNvPr>
          <p:cNvSpPr txBox="1"/>
          <p:nvPr/>
        </p:nvSpPr>
        <p:spPr>
          <a:xfrm>
            <a:off x="6184875" y="1921282"/>
            <a:ext cx="15831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Waiting for host to start.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E2F6EFA-CEE0-DAB1-45E6-7EFB1C57F10B}"/>
              </a:ext>
            </a:extLst>
          </p:cNvPr>
          <p:cNvSpPr txBox="1"/>
          <p:nvPr/>
        </p:nvSpPr>
        <p:spPr>
          <a:xfrm>
            <a:off x="3235161" y="3374278"/>
            <a:ext cx="2079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u="sng" dirty="0">
                <a:solidFill>
                  <a:schemeClr val="accent1"/>
                </a:solidFill>
              </a:rPr>
              <a:t>Reset Scores (host only, double confirm)</a:t>
            </a:r>
          </a:p>
        </p:txBody>
      </p:sp>
    </p:spTree>
    <p:extLst>
      <p:ext uri="{BB962C8B-B14F-4D97-AF65-F5344CB8AC3E}">
        <p14:creationId xmlns:p14="http://schemas.microsoft.com/office/powerpoint/2010/main" val="3241851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B292-0F31-E222-6E5D-8E509080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01CEEBE-0251-A36D-8309-9DC120D75D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12651" y="545718"/>
            <a:ext cx="2570980" cy="6099631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7E1B42F-06C9-F38D-00A2-99F989E0696E}"/>
              </a:ext>
            </a:extLst>
          </p:cNvPr>
          <p:cNvSpPr/>
          <p:nvPr/>
        </p:nvSpPr>
        <p:spPr>
          <a:xfrm>
            <a:off x="297712" y="4798480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C8949E-5B93-BCC0-592E-6DC521B6748F}"/>
              </a:ext>
            </a:extLst>
          </p:cNvPr>
          <p:cNvSpPr txBox="1"/>
          <p:nvPr/>
        </p:nvSpPr>
        <p:spPr>
          <a:xfrm>
            <a:off x="509964" y="4856682"/>
            <a:ext cx="728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 Group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312D268-3431-0F98-6F71-0A93E1532E98}"/>
              </a:ext>
            </a:extLst>
          </p:cNvPr>
          <p:cNvSpPr txBox="1"/>
          <p:nvPr/>
        </p:nvSpPr>
        <p:spPr>
          <a:xfrm>
            <a:off x="212651" y="9657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During Round – Host 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F23233-8CD2-DF18-904A-73636E5DFC61}"/>
              </a:ext>
            </a:extLst>
          </p:cNvPr>
          <p:cNvSpPr/>
          <p:nvPr/>
        </p:nvSpPr>
        <p:spPr>
          <a:xfrm>
            <a:off x="303482" y="4369477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C07F10-0762-6C24-628A-77529545E404}"/>
              </a:ext>
            </a:extLst>
          </p:cNvPr>
          <p:cNvSpPr txBox="1"/>
          <p:nvPr/>
        </p:nvSpPr>
        <p:spPr>
          <a:xfrm>
            <a:off x="515734" y="4427679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DA423A5C-04D7-36B2-3090-CD4B28C66005}"/>
              </a:ext>
            </a:extLst>
          </p:cNvPr>
          <p:cNvSpPr/>
          <p:nvPr/>
        </p:nvSpPr>
        <p:spPr>
          <a:xfrm rot="5400000">
            <a:off x="348248" y="4468546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9D8918-BCEC-FA97-D931-0F09E07F4C02}"/>
              </a:ext>
            </a:extLst>
          </p:cNvPr>
          <p:cNvSpPr txBox="1"/>
          <p:nvPr/>
        </p:nvSpPr>
        <p:spPr>
          <a:xfrm>
            <a:off x="297712" y="1744999"/>
            <a:ext cx="23541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Round started. You are (IN GROUP). Talk with your group, try to align on a word below without tipping off the OUT GROUPS!  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4A223AC4-71CA-BD06-784D-CFB79F5389A8}"/>
              </a:ext>
            </a:extLst>
          </p:cNvPr>
          <p:cNvSpPr/>
          <p:nvPr/>
        </p:nvSpPr>
        <p:spPr>
          <a:xfrm rot="10800000">
            <a:off x="344561" y="4915080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F80C16-F5B9-4B63-448B-4040860A9022}"/>
              </a:ext>
            </a:extLst>
          </p:cNvPr>
          <p:cNvSpPr/>
          <p:nvPr/>
        </p:nvSpPr>
        <p:spPr>
          <a:xfrm>
            <a:off x="338740" y="5220492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6175FAA-42FF-C707-471F-95F29BE9C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881876"/>
              </p:ext>
            </p:extLst>
          </p:nvPr>
        </p:nvGraphicFramePr>
        <p:xfrm>
          <a:off x="432424" y="5276516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Brian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Christie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AAA7EB24-0707-1304-0305-A70D447693C1}"/>
              </a:ext>
            </a:extLst>
          </p:cNvPr>
          <p:cNvSpPr/>
          <p:nvPr/>
        </p:nvSpPr>
        <p:spPr>
          <a:xfrm>
            <a:off x="298579" y="610204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1091F5-3043-E7AB-BC1B-A7F23D06A03C}"/>
              </a:ext>
            </a:extLst>
          </p:cNvPr>
          <p:cNvSpPr txBox="1"/>
          <p:nvPr/>
        </p:nvSpPr>
        <p:spPr>
          <a:xfrm>
            <a:off x="510831" y="6160250"/>
            <a:ext cx="904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Out Groups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F130243A-0EDE-3DD3-618B-50319BAB6360}"/>
              </a:ext>
            </a:extLst>
          </p:cNvPr>
          <p:cNvSpPr/>
          <p:nvPr/>
        </p:nvSpPr>
        <p:spPr>
          <a:xfrm rot="10800000">
            <a:off x="345428" y="6218648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A22713-80C3-BF92-5719-748A6B224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57890"/>
              </p:ext>
            </p:extLst>
          </p:nvPr>
        </p:nvGraphicFramePr>
        <p:xfrm>
          <a:off x="375903" y="3212575"/>
          <a:ext cx="2238755" cy="1004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751">
                  <a:extLst>
                    <a:ext uri="{9D8B030D-6E8A-4147-A177-3AD203B41FA5}">
                      <a16:colId xmlns:a16="http://schemas.microsoft.com/office/drawing/2014/main" val="319484648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3205128178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2819140330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1628349225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2099922235"/>
                    </a:ext>
                  </a:extLst>
                </a:gridCol>
              </a:tblGrid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Alpaca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Bat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Camel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Elephant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3700047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Frog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Guinea Pig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Horse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Iguana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Jackal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3301703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Kiwi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Lemur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Monkey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Newt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Owl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3619345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Parrot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Quill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Rat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Snake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Tapir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84482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239147-E763-3D17-EBB0-BC55E54E5024}"/>
              </a:ext>
            </a:extLst>
          </p:cNvPr>
          <p:cNvSpPr txBox="1"/>
          <p:nvPr/>
        </p:nvSpPr>
        <p:spPr>
          <a:xfrm>
            <a:off x="321963" y="223430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Guess: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3982E-F8AD-134F-D898-BBCD756EDFEC}"/>
              </a:ext>
            </a:extLst>
          </p:cNvPr>
          <p:cNvSpPr/>
          <p:nvPr/>
        </p:nvSpPr>
        <p:spPr>
          <a:xfrm>
            <a:off x="925013" y="2260806"/>
            <a:ext cx="1123243" cy="187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9BEC99B7-7DA7-BD33-11AB-78755FE6641C}"/>
              </a:ext>
            </a:extLst>
          </p:cNvPr>
          <p:cNvSpPr/>
          <p:nvPr/>
        </p:nvSpPr>
        <p:spPr>
          <a:xfrm rot="10800000">
            <a:off x="1848208" y="2286365"/>
            <a:ext cx="179892" cy="15507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3E4BD-5C2E-1F51-9099-10902BE2CB9F}"/>
              </a:ext>
            </a:extLst>
          </p:cNvPr>
          <p:cNvSpPr txBox="1"/>
          <p:nvPr/>
        </p:nvSpPr>
        <p:spPr>
          <a:xfrm>
            <a:off x="925013" y="2215887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B694A-CDA5-60A4-F19A-AA9C18BD4423}"/>
              </a:ext>
            </a:extLst>
          </p:cNvPr>
          <p:cNvSpPr txBox="1"/>
          <p:nvPr/>
        </p:nvSpPr>
        <p:spPr>
          <a:xfrm>
            <a:off x="1157539" y="139147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58224-3ACE-9C8D-C325-E3A04C4287B0}"/>
              </a:ext>
            </a:extLst>
          </p:cNvPr>
          <p:cNvSpPr txBox="1"/>
          <p:nvPr/>
        </p:nvSpPr>
        <p:spPr>
          <a:xfrm>
            <a:off x="297712" y="2495947"/>
            <a:ext cx="231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Round ends after all participants have selected a guess, or after 5 minutes.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722BC-F499-81E4-D34C-8F80BF6615B1}"/>
              </a:ext>
            </a:extLst>
          </p:cNvPr>
          <p:cNvSpPr txBox="1"/>
          <p:nvPr/>
        </p:nvSpPr>
        <p:spPr>
          <a:xfrm>
            <a:off x="524454" y="2885934"/>
            <a:ext cx="19976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u="sng" dirty="0">
                <a:solidFill>
                  <a:schemeClr val="accent1"/>
                </a:solidFill>
              </a:rPr>
              <a:t>End Round (host only, double confirm)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90C923-E91C-E8C4-0697-09DB43F62D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2946883" y="545718"/>
            <a:ext cx="2570980" cy="609963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361E86-34CF-2B96-4346-594D26538AC4}"/>
              </a:ext>
            </a:extLst>
          </p:cNvPr>
          <p:cNvSpPr/>
          <p:nvPr/>
        </p:nvSpPr>
        <p:spPr>
          <a:xfrm>
            <a:off x="3031944" y="4798480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7254D-3161-414D-2F63-688333D9876E}"/>
              </a:ext>
            </a:extLst>
          </p:cNvPr>
          <p:cNvSpPr txBox="1"/>
          <p:nvPr/>
        </p:nvSpPr>
        <p:spPr>
          <a:xfrm>
            <a:off x="3244196" y="4856682"/>
            <a:ext cx="728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 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049DB-871D-9830-D400-5ABB3291C862}"/>
              </a:ext>
            </a:extLst>
          </p:cNvPr>
          <p:cNvSpPr txBox="1"/>
          <p:nvPr/>
        </p:nvSpPr>
        <p:spPr>
          <a:xfrm>
            <a:off x="2946883" y="9657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During Round – Participant 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D78DD9-FF18-0574-A512-579EFD779E79}"/>
              </a:ext>
            </a:extLst>
          </p:cNvPr>
          <p:cNvSpPr/>
          <p:nvPr/>
        </p:nvSpPr>
        <p:spPr>
          <a:xfrm>
            <a:off x="3037714" y="4369477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81412-9822-BF62-3FEC-04CCAED25201}"/>
              </a:ext>
            </a:extLst>
          </p:cNvPr>
          <p:cNvSpPr txBox="1"/>
          <p:nvPr/>
        </p:nvSpPr>
        <p:spPr>
          <a:xfrm>
            <a:off x="3249966" y="4427679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9065E446-2832-3756-3E35-ABE77211CD3E}"/>
              </a:ext>
            </a:extLst>
          </p:cNvPr>
          <p:cNvSpPr/>
          <p:nvPr/>
        </p:nvSpPr>
        <p:spPr>
          <a:xfrm rot="5400000">
            <a:off x="3082480" y="4468546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4C5B2C-1575-A9E7-2783-8C7E77C7BE77}"/>
              </a:ext>
            </a:extLst>
          </p:cNvPr>
          <p:cNvSpPr txBox="1"/>
          <p:nvPr/>
        </p:nvSpPr>
        <p:spPr>
          <a:xfrm>
            <a:off x="3031944" y="1744999"/>
            <a:ext cx="23541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Round started. You are (IN GROUP). Talk with your group, try to align on a word below without tipping off the OUT GROUPS!  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29B68314-4F3F-B58D-FCDD-48DD47AFC57A}"/>
              </a:ext>
            </a:extLst>
          </p:cNvPr>
          <p:cNvSpPr/>
          <p:nvPr/>
        </p:nvSpPr>
        <p:spPr>
          <a:xfrm rot="10800000">
            <a:off x="3078793" y="4915080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488E48-CDC9-492F-E8C6-E831F556F90D}"/>
              </a:ext>
            </a:extLst>
          </p:cNvPr>
          <p:cNvSpPr/>
          <p:nvPr/>
        </p:nvSpPr>
        <p:spPr>
          <a:xfrm>
            <a:off x="3072972" y="5220492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9C5684C-8DC4-2828-9784-356EE710D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453197"/>
              </p:ext>
            </p:extLst>
          </p:nvPr>
        </p:nvGraphicFramePr>
        <p:xfrm>
          <a:off x="3166656" y="5276516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Brian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Christie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6D1FB43E-040F-4CE7-0002-A620E020B8CB}"/>
              </a:ext>
            </a:extLst>
          </p:cNvPr>
          <p:cNvSpPr/>
          <p:nvPr/>
        </p:nvSpPr>
        <p:spPr>
          <a:xfrm>
            <a:off x="3032811" y="610204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295F8-A91E-B5D4-8CDE-46FE66E8EBA2}"/>
              </a:ext>
            </a:extLst>
          </p:cNvPr>
          <p:cNvSpPr txBox="1"/>
          <p:nvPr/>
        </p:nvSpPr>
        <p:spPr>
          <a:xfrm>
            <a:off x="3245063" y="6160250"/>
            <a:ext cx="904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Out Groups</a:t>
            </a: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A85693BD-7FAF-C046-A3C7-E39639D41D67}"/>
              </a:ext>
            </a:extLst>
          </p:cNvPr>
          <p:cNvSpPr/>
          <p:nvPr/>
        </p:nvSpPr>
        <p:spPr>
          <a:xfrm rot="10800000">
            <a:off x="3079660" y="6218648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5606A7B-FDE0-AA92-86CB-96717F17D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51365"/>
              </p:ext>
            </p:extLst>
          </p:nvPr>
        </p:nvGraphicFramePr>
        <p:xfrm>
          <a:off x="3110135" y="3212575"/>
          <a:ext cx="2238755" cy="1004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751">
                  <a:extLst>
                    <a:ext uri="{9D8B030D-6E8A-4147-A177-3AD203B41FA5}">
                      <a16:colId xmlns:a16="http://schemas.microsoft.com/office/drawing/2014/main" val="319484648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3205128178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2819140330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1628349225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2099922235"/>
                    </a:ext>
                  </a:extLst>
                </a:gridCol>
              </a:tblGrid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Alpaca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Bat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Camel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Elephant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3700047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Frog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Guinea Pig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Horse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Iguana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Jackal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3301703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Kiwi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Lemur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Monkey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Newt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Owl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3619345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Parrot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Quill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Rat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Snake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Tapir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8448285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430E9A24-6E5E-FA27-0497-F260DECC391F}"/>
              </a:ext>
            </a:extLst>
          </p:cNvPr>
          <p:cNvSpPr txBox="1"/>
          <p:nvPr/>
        </p:nvSpPr>
        <p:spPr>
          <a:xfrm>
            <a:off x="3056195" y="223430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Guess: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EFF7D4-0054-F19E-22A9-506A4578B300}"/>
              </a:ext>
            </a:extLst>
          </p:cNvPr>
          <p:cNvSpPr/>
          <p:nvPr/>
        </p:nvSpPr>
        <p:spPr>
          <a:xfrm>
            <a:off x="3659245" y="2260806"/>
            <a:ext cx="1123243" cy="187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BD8B094F-EA06-71DC-593C-C7AA083D7C0B}"/>
              </a:ext>
            </a:extLst>
          </p:cNvPr>
          <p:cNvSpPr/>
          <p:nvPr/>
        </p:nvSpPr>
        <p:spPr>
          <a:xfrm rot="10800000">
            <a:off x="4582440" y="2286365"/>
            <a:ext cx="179892" cy="15507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B8F363-8BB5-CD4C-EACA-C0AF521B08DD}"/>
              </a:ext>
            </a:extLst>
          </p:cNvPr>
          <p:cNvSpPr txBox="1"/>
          <p:nvPr/>
        </p:nvSpPr>
        <p:spPr>
          <a:xfrm>
            <a:off x="3659245" y="2215887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DCEB9B-AE1E-DAA7-033A-A5400453B534}"/>
              </a:ext>
            </a:extLst>
          </p:cNvPr>
          <p:cNvSpPr txBox="1"/>
          <p:nvPr/>
        </p:nvSpPr>
        <p:spPr>
          <a:xfrm>
            <a:off x="3891771" y="139147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4:57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7DEDDF-D3F6-5A64-124C-BC661DBE5DCE}"/>
              </a:ext>
            </a:extLst>
          </p:cNvPr>
          <p:cNvSpPr txBox="1"/>
          <p:nvPr/>
        </p:nvSpPr>
        <p:spPr>
          <a:xfrm>
            <a:off x="3031944" y="2495947"/>
            <a:ext cx="231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Round ends after all participants have selected a guess, or after 5 minutes.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866B9B-5F4E-1907-124F-7EE85C6BB192}"/>
              </a:ext>
            </a:extLst>
          </p:cNvPr>
          <p:cNvSpPr txBox="1"/>
          <p:nvPr/>
        </p:nvSpPr>
        <p:spPr>
          <a:xfrm>
            <a:off x="5641340" y="9657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During Round – Host/Participant Out Group</a:t>
            </a:r>
          </a:p>
        </p:txBody>
      </p:sp>
      <p:pic>
        <p:nvPicPr>
          <p:cNvPr id="174" name="Picture 173">
            <a:extLst>
              <a:ext uri="{FF2B5EF4-FFF2-40B4-BE49-F238E27FC236}">
                <a16:creationId xmlns:a16="http://schemas.microsoft.com/office/drawing/2014/main" id="{AE5E8F84-CBE8-C22F-C0C9-6BF087395B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5688033" y="545718"/>
            <a:ext cx="2570980" cy="6099631"/>
          </a:xfrm>
          <a:prstGeom prst="rect">
            <a:avLst/>
          </a:prstGeom>
        </p:spPr>
      </p:pic>
      <p:sp>
        <p:nvSpPr>
          <p:cNvPr id="175" name="Rectangle 174">
            <a:extLst>
              <a:ext uri="{FF2B5EF4-FFF2-40B4-BE49-F238E27FC236}">
                <a16:creationId xmlns:a16="http://schemas.microsoft.com/office/drawing/2014/main" id="{638D4079-352E-36AF-D87E-679CC9ABD908}"/>
              </a:ext>
            </a:extLst>
          </p:cNvPr>
          <p:cNvSpPr/>
          <p:nvPr/>
        </p:nvSpPr>
        <p:spPr>
          <a:xfrm>
            <a:off x="5773094" y="4798480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D71DF1A-9FE6-716D-F4E2-99DF2D42E3DD}"/>
              </a:ext>
            </a:extLst>
          </p:cNvPr>
          <p:cNvSpPr txBox="1"/>
          <p:nvPr/>
        </p:nvSpPr>
        <p:spPr>
          <a:xfrm>
            <a:off x="5985346" y="4856682"/>
            <a:ext cx="728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 Group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F521814-5749-81E7-7EED-FF52AAFF9B5B}"/>
              </a:ext>
            </a:extLst>
          </p:cNvPr>
          <p:cNvSpPr/>
          <p:nvPr/>
        </p:nvSpPr>
        <p:spPr>
          <a:xfrm>
            <a:off x="5778864" y="4369477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125ED2C-89E7-B271-65B4-538FF7649EC1}"/>
              </a:ext>
            </a:extLst>
          </p:cNvPr>
          <p:cNvSpPr txBox="1"/>
          <p:nvPr/>
        </p:nvSpPr>
        <p:spPr>
          <a:xfrm>
            <a:off x="5991116" y="4427679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179" name="Triangle 178">
            <a:extLst>
              <a:ext uri="{FF2B5EF4-FFF2-40B4-BE49-F238E27FC236}">
                <a16:creationId xmlns:a16="http://schemas.microsoft.com/office/drawing/2014/main" id="{1E4E905D-CE4F-5ABC-A14C-39435473F80E}"/>
              </a:ext>
            </a:extLst>
          </p:cNvPr>
          <p:cNvSpPr/>
          <p:nvPr/>
        </p:nvSpPr>
        <p:spPr>
          <a:xfrm rot="5400000">
            <a:off x="5823630" y="4468546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ECE1327-2B9B-4C44-7D63-840A709300B6}"/>
              </a:ext>
            </a:extLst>
          </p:cNvPr>
          <p:cNvSpPr txBox="1"/>
          <p:nvPr/>
        </p:nvSpPr>
        <p:spPr>
          <a:xfrm>
            <a:off x="5773094" y="1744999"/>
            <a:ext cx="23541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Round started. You are (OUT GROUP). No talking, listen to the IN GROUP to see if you can guess their word!</a:t>
            </a:r>
          </a:p>
        </p:txBody>
      </p:sp>
      <p:sp>
        <p:nvSpPr>
          <p:cNvPr id="181" name="Triangle 180">
            <a:extLst>
              <a:ext uri="{FF2B5EF4-FFF2-40B4-BE49-F238E27FC236}">
                <a16:creationId xmlns:a16="http://schemas.microsoft.com/office/drawing/2014/main" id="{B2B4073F-4F6C-C759-1A12-C46F2ED27E40}"/>
              </a:ext>
            </a:extLst>
          </p:cNvPr>
          <p:cNvSpPr/>
          <p:nvPr/>
        </p:nvSpPr>
        <p:spPr>
          <a:xfrm rot="10800000">
            <a:off x="5819943" y="4915080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12C2818-C8F9-BFAA-09FC-7AEC9395CEC6}"/>
              </a:ext>
            </a:extLst>
          </p:cNvPr>
          <p:cNvSpPr/>
          <p:nvPr/>
        </p:nvSpPr>
        <p:spPr>
          <a:xfrm>
            <a:off x="5814122" y="5220492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88DC53D8-EDDD-2333-6FF1-2C8B032A1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18900"/>
              </p:ext>
            </p:extLst>
          </p:nvPr>
        </p:nvGraphicFramePr>
        <p:xfrm>
          <a:off x="5907806" y="5276516"/>
          <a:ext cx="1223923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3923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Brian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Christie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184" name="Rectangle 183">
            <a:extLst>
              <a:ext uri="{FF2B5EF4-FFF2-40B4-BE49-F238E27FC236}">
                <a16:creationId xmlns:a16="http://schemas.microsoft.com/office/drawing/2014/main" id="{F25EDC27-2F62-21D7-1D4A-10A04850D476}"/>
              </a:ext>
            </a:extLst>
          </p:cNvPr>
          <p:cNvSpPr/>
          <p:nvPr/>
        </p:nvSpPr>
        <p:spPr>
          <a:xfrm>
            <a:off x="5773961" y="610204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29088E75-9C18-3917-B3E4-562E8C9E0BF2}"/>
              </a:ext>
            </a:extLst>
          </p:cNvPr>
          <p:cNvSpPr txBox="1"/>
          <p:nvPr/>
        </p:nvSpPr>
        <p:spPr>
          <a:xfrm>
            <a:off x="5986213" y="6160250"/>
            <a:ext cx="904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Out Groups</a:t>
            </a:r>
          </a:p>
        </p:txBody>
      </p:sp>
      <p:sp>
        <p:nvSpPr>
          <p:cNvPr id="186" name="Triangle 185">
            <a:extLst>
              <a:ext uri="{FF2B5EF4-FFF2-40B4-BE49-F238E27FC236}">
                <a16:creationId xmlns:a16="http://schemas.microsoft.com/office/drawing/2014/main" id="{2119C3FC-FF8D-9272-8A3C-76956F9DFCAB}"/>
              </a:ext>
            </a:extLst>
          </p:cNvPr>
          <p:cNvSpPr/>
          <p:nvPr/>
        </p:nvSpPr>
        <p:spPr>
          <a:xfrm rot="10800000">
            <a:off x="5820810" y="6218648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A4F00DE4-82B2-5B15-4342-E6672D7A1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227584"/>
              </p:ext>
            </p:extLst>
          </p:nvPr>
        </p:nvGraphicFramePr>
        <p:xfrm>
          <a:off x="5851285" y="3212575"/>
          <a:ext cx="2238755" cy="1004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751">
                  <a:extLst>
                    <a:ext uri="{9D8B030D-6E8A-4147-A177-3AD203B41FA5}">
                      <a16:colId xmlns:a16="http://schemas.microsoft.com/office/drawing/2014/main" val="319484648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3205128178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2819140330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1628349225"/>
                    </a:ext>
                  </a:extLst>
                </a:gridCol>
                <a:gridCol w="447751">
                  <a:extLst>
                    <a:ext uri="{9D8B030D-6E8A-4147-A177-3AD203B41FA5}">
                      <a16:colId xmlns:a16="http://schemas.microsoft.com/office/drawing/2014/main" val="2099922235"/>
                    </a:ext>
                  </a:extLst>
                </a:gridCol>
              </a:tblGrid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Alpaca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Bat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Camel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Elephant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3700047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Frog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Guinea Pig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Horse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Iguana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Jackal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3301703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Kiwi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Lemur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Monkey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Newt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Owl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3619345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Parrot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Quill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Rat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Snake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Tapir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8448285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D2D4D70B-7AF4-A68A-27D9-F3AC516AD1D5}"/>
              </a:ext>
            </a:extLst>
          </p:cNvPr>
          <p:cNvSpPr txBox="1"/>
          <p:nvPr/>
        </p:nvSpPr>
        <p:spPr>
          <a:xfrm>
            <a:off x="5797345" y="223430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Guess: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D141DD59-F717-6222-F9D6-688B7AC31EA6}"/>
              </a:ext>
            </a:extLst>
          </p:cNvPr>
          <p:cNvSpPr/>
          <p:nvPr/>
        </p:nvSpPr>
        <p:spPr>
          <a:xfrm>
            <a:off x="6400395" y="2260806"/>
            <a:ext cx="1123243" cy="187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riangle 189">
            <a:extLst>
              <a:ext uri="{FF2B5EF4-FFF2-40B4-BE49-F238E27FC236}">
                <a16:creationId xmlns:a16="http://schemas.microsoft.com/office/drawing/2014/main" id="{392D3585-587B-C974-C464-FEEB2766DE3A}"/>
              </a:ext>
            </a:extLst>
          </p:cNvPr>
          <p:cNvSpPr/>
          <p:nvPr/>
        </p:nvSpPr>
        <p:spPr>
          <a:xfrm rot="10800000">
            <a:off x="7323590" y="2286365"/>
            <a:ext cx="179892" cy="15507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4C89886-191A-3819-1718-17383D8C7D31}"/>
              </a:ext>
            </a:extLst>
          </p:cNvPr>
          <p:cNvSpPr txBox="1"/>
          <p:nvPr/>
        </p:nvSpPr>
        <p:spPr>
          <a:xfrm>
            <a:off x="6400395" y="2215887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Dog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5E81B18-DA03-6D79-B058-F94F1D7E599C}"/>
              </a:ext>
            </a:extLst>
          </p:cNvPr>
          <p:cNvSpPr txBox="1"/>
          <p:nvPr/>
        </p:nvSpPr>
        <p:spPr>
          <a:xfrm>
            <a:off x="6632921" y="139147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4:57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9B12AC4-4C63-9D64-37AF-0177856DE1BB}"/>
              </a:ext>
            </a:extLst>
          </p:cNvPr>
          <p:cNvSpPr txBox="1"/>
          <p:nvPr/>
        </p:nvSpPr>
        <p:spPr>
          <a:xfrm>
            <a:off x="5773094" y="2495947"/>
            <a:ext cx="231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Round ends after all participants have selected a guess, or after 5 minutes. </a:t>
            </a:r>
          </a:p>
        </p:txBody>
      </p:sp>
    </p:spTree>
    <p:extLst>
      <p:ext uri="{BB962C8B-B14F-4D97-AF65-F5344CB8AC3E}">
        <p14:creationId xmlns:p14="http://schemas.microsoft.com/office/powerpoint/2010/main" val="379229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03D0-9913-E0C8-2BA3-7CB16A9F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EF0AE47-6D57-7488-4398-B02964C8F9E7}"/>
              </a:ext>
            </a:extLst>
          </p:cNvPr>
          <p:cNvSpPr txBox="1"/>
          <p:nvPr/>
        </p:nvSpPr>
        <p:spPr>
          <a:xfrm>
            <a:off x="273812" y="96578"/>
            <a:ext cx="2488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After Round / Between Rounds – Host View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EEDB38E2-6D12-094C-EDBB-6623A6EE0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333659" y="545718"/>
            <a:ext cx="2570980" cy="6099631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32329213-1410-F4A8-26CC-016E2EA0ADF8}"/>
              </a:ext>
            </a:extLst>
          </p:cNvPr>
          <p:cNvSpPr/>
          <p:nvPr/>
        </p:nvSpPr>
        <p:spPr>
          <a:xfrm>
            <a:off x="418720" y="3232298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BA26DCE-0CFB-39B0-E05E-BC283E40DA00}"/>
              </a:ext>
            </a:extLst>
          </p:cNvPr>
          <p:cNvSpPr txBox="1"/>
          <p:nvPr/>
        </p:nvSpPr>
        <p:spPr>
          <a:xfrm>
            <a:off x="630972" y="3290500"/>
            <a:ext cx="728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 Group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D1ECDB66-88C8-D772-1B8F-96E1B0CA9FEF}"/>
              </a:ext>
            </a:extLst>
          </p:cNvPr>
          <p:cNvSpPr/>
          <p:nvPr/>
        </p:nvSpPr>
        <p:spPr>
          <a:xfrm rot="10800000">
            <a:off x="465569" y="3348898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9820B03-AD11-ABB1-B12A-E03D6FE7C922}"/>
              </a:ext>
            </a:extLst>
          </p:cNvPr>
          <p:cNvSpPr/>
          <p:nvPr/>
        </p:nvSpPr>
        <p:spPr>
          <a:xfrm>
            <a:off x="459748" y="3654310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F00101AB-273D-81F1-36C6-4BFD99DCC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543795"/>
              </p:ext>
            </p:extLst>
          </p:nvPr>
        </p:nvGraphicFramePr>
        <p:xfrm>
          <a:off x="553432" y="3710334"/>
          <a:ext cx="1988601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2867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2299782604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4110682522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Christie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97" name="Rectangle 96">
            <a:extLst>
              <a:ext uri="{FF2B5EF4-FFF2-40B4-BE49-F238E27FC236}">
                <a16:creationId xmlns:a16="http://schemas.microsoft.com/office/drawing/2014/main" id="{95545547-1F11-5A2F-3C6B-542442456753}"/>
              </a:ext>
            </a:extLst>
          </p:cNvPr>
          <p:cNvSpPr/>
          <p:nvPr/>
        </p:nvSpPr>
        <p:spPr>
          <a:xfrm>
            <a:off x="419587" y="4498393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596D5B-D856-0ACC-403F-2FAEB44C1690}"/>
              </a:ext>
            </a:extLst>
          </p:cNvPr>
          <p:cNvSpPr txBox="1"/>
          <p:nvPr/>
        </p:nvSpPr>
        <p:spPr>
          <a:xfrm>
            <a:off x="631839" y="4556595"/>
            <a:ext cx="904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Out Groups</a:t>
            </a:r>
          </a:p>
        </p:txBody>
      </p:sp>
      <p:sp>
        <p:nvSpPr>
          <p:cNvPr id="99" name="Triangle 98">
            <a:extLst>
              <a:ext uri="{FF2B5EF4-FFF2-40B4-BE49-F238E27FC236}">
                <a16:creationId xmlns:a16="http://schemas.microsoft.com/office/drawing/2014/main" id="{4CDE86AD-A8BC-1558-4313-5C929DA418BE}"/>
              </a:ext>
            </a:extLst>
          </p:cNvPr>
          <p:cNvSpPr/>
          <p:nvPr/>
        </p:nvSpPr>
        <p:spPr>
          <a:xfrm rot="10800000">
            <a:off x="466436" y="4614993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347E61F-3454-4375-68C6-97CB486082BE}"/>
              </a:ext>
            </a:extLst>
          </p:cNvPr>
          <p:cNvSpPr/>
          <p:nvPr/>
        </p:nvSpPr>
        <p:spPr>
          <a:xfrm>
            <a:off x="468411" y="4911435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A0DA563-08EF-7647-E401-CD2B8A2CE594}"/>
              </a:ext>
            </a:extLst>
          </p:cNvPr>
          <p:cNvSpPr/>
          <p:nvPr/>
        </p:nvSpPr>
        <p:spPr>
          <a:xfrm>
            <a:off x="466436" y="5807958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9CDECA5-7E93-0626-BFAF-F6F045FAE1EB}"/>
              </a:ext>
            </a:extLst>
          </p:cNvPr>
          <p:cNvSpPr txBox="1"/>
          <p:nvPr/>
        </p:nvSpPr>
        <p:spPr>
          <a:xfrm>
            <a:off x="418720" y="1380511"/>
            <a:ext cx="231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Round over! All participants can discuss hints, guesses, stories, etc. 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CB915C1-ACDD-D289-EAFA-47A477E783F3}"/>
              </a:ext>
            </a:extLst>
          </p:cNvPr>
          <p:cNvSpPr/>
          <p:nvPr/>
        </p:nvSpPr>
        <p:spPr>
          <a:xfrm>
            <a:off x="417542" y="2812005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93DD59-2B10-29DC-1D66-91BD78DAF025}"/>
              </a:ext>
            </a:extLst>
          </p:cNvPr>
          <p:cNvSpPr txBox="1"/>
          <p:nvPr/>
        </p:nvSpPr>
        <p:spPr>
          <a:xfrm>
            <a:off x="629794" y="2870207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108" name="Triangle 107">
            <a:extLst>
              <a:ext uri="{FF2B5EF4-FFF2-40B4-BE49-F238E27FC236}">
                <a16:creationId xmlns:a16="http://schemas.microsoft.com/office/drawing/2014/main" id="{3AA549F7-C3F0-4DBB-E8A6-37EEBA78FDE9}"/>
              </a:ext>
            </a:extLst>
          </p:cNvPr>
          <p:cNvSpPr/>
          <p:nvPr/>
        </p:nvSpPr>
        <p:spPr>
          <a:xfrm rot="5400000">
            <a:off x="462308" y="2911074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6C50F95E-D4E0-9162-CB86-85F2D8301A1E}"/>
              </a:ext>
            </a:extLst>
          </p:cNvPr>
          <p:cNvSpPr/>
          <p:nvPr/>
        </p:nvSpPr>
        <p:spPr>
          <a:xfrm>
            <a:off x="1003059" y="1699761"/>
            <a:ext cx="1190069" cy="3289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Start Round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84FE5D69-FE36-5E27-1C61-E43D10499A36}"/>
              </a:ext>
            </a:extLst>
          </p:cNvPr>
          <p:cNvSpPr/>
          <p:nvPr/>
        </p:nvSpPr>
        <p:spPr>
          <a:xfrm>
            <a:off x="1166286" y="2445195"/>
            <a:ext cx="919247" cy="254077"/>
          </a:xfrm>
          <a:prstGeom prst="roundRect">
            <a:avLst/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Shift Groups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010B0757-0094-1EEF-06B1-89D00231ED31}"/>
              </a:ext>
            </a:extLst>
          </p:cNvPr>
          <p:cNvSpPr/>
          <p:nvPr/>
        </p:nvSpPr>
        <p:spPr>
          <a:xfrm>
            <a:off x="1168093" y="2125791"/>
            <a:ext cx="919247" cy="254077"/>
          </a:xfrm>
          <a:prstGeom prst="roundRect">
            <a:avLst/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Shuffle Groups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B634A82C-F4C4-1D62-E3C2-48D8F3C0C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934270"/>
              </p:ext>
            </p:extLst>
          </p:nvPr>
        </p:nvGraphicFramePr>
        <p:xfrm>
          <a:off x="560120" y="4987813"/>
          <a:ext cx="1988601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2867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2299782604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4110682522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Evan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Frankie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16FF3AFD-7967-7B44-321F-30E7B49D6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149477"/>
              </p:ext>
            </p:extLst>
          </p:nvPr>
        </p:nvGraphicFramePr>
        <p:xfrm>
          <a:off x="560119" y="5893480"/>
          <a:ext cx="1988601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2867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2299782604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4110682522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George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Harold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Irene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IGUANA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399C3004-46E0-32B7-8E7F-E7929E3797D3}"/>
              </a:ext>
            </a:extLst>
          </p:cNvPr>
          <p:cNvSpPr txBox="1"/>
          <p:nvPr/>
        </p:nvSpPr>
        <p:spPr>
          <a:xfrm>
            <a:off x="3053888" y="96577"/>
            <a:ext cx="2834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 Screen After Round / Between Rounds – Participant View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BBCE732-36EE-24BF-E2DA-AFE4419BE0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80"/>
          <a:stretch/>
        </p:blipFill>
        <p:spPr>
          <a:xfrm>
            <a:off x="3113735" y="545717"/>
            <a:ext cx="2570980" cy="6099631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F3CAEAD2-9849-32D7-E8CD-32DB8C05A51B}"/>
              </a:ext>
            </a:extLst>
          </p:cNvPr>
          <p:cNvSpPr/>
          <p:nvPr/>
        </p:nvSpPr>
        <p:spPr>
          <a:xfrm>
            <a:off x="3198796" y="3232297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DFC6166-B951-E122-9634-3BE796F5EED2}"/>
              </a:ext>
            </a:extLst>
          </p:cNvPr>
          <p:cNvSpPr txBox="1"/>
          <p:nvPr/>
        </p:nvSpPr>
        <p:spPr>
          <a:xfrm>
            <a:off x="3411048" y="3290499"/>
            <a:ext cx="728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 Group</a:t>
            </a:r>
          </a:p>
        </p:txBody>
      </p:sp>
      <p:sp>
        <p:nvSpPr>
          <p:cNvPr id="120" name="Triangle 119">
            <a:extLst>
              <a:ext uri="{FF2B5EF4-FFF2-40B4-BE49-F238E27FC236}">
                <a16:creationId xmlns:a16="http://schemas.microsoft.com/office/drawing/2014/main" id="{0397EC49-C993-6DBC-4C46-E66EEA4D6D9A}"/>
              </a:ext>
            </a:extLst>
          </p:cNvPr>
          <p:cNvSpPr/>
          <p:nvPr/>
        </p:nvSpPr>
        <p:spPr>
          <a:xfrm rot="10800000">
            <a:off x="3245645" y="3348897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6450124-6E76-BF59-C657-BF44D026394D}"/>
              </a:ext>
            </a:extLst>
          </p:cNvPr>
          <p:cNvSpPr/>
          <p:nvPr/>
        </p:nvSpPr>
        <p:spPr>
          <a:xfrm>
            <a:off x="3239824" y="3654309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2" name="Table 121">
            <a:extLst>
              <a:ext uri="{FF2B5EF4-FFF2-40B4-BE49-F238E27FC236}">
                <a16:creationId xmlns:a16="http://schemas.microsoft.com/office/drawing/2014/main" id="{66585EEB-255C-EF78-8E12-F81B39399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255240"/>
              </p:ext>
            </p:extLst>
          </p:nvPr>
        </p:nvGraphicFramePr>
        <p:xfrm>
          <a:off x="3333508" y="3710333"/>
          <a:ext cx="1988601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2867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2299782604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4110682522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Alex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Brian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Christie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123" name="Rectangle 122">
            <a:extLst>
              <a:ext uri="{FF2B5EF4-FFF2-40B4-BE49-F238E27FC236}">
                <a16:creationId xmlns:a16="http://schemas.microsoft.com/office/drawing/2014/main" id="{FBD72371-D0AB-CF7A-1701-08802B31A92A}"/>
              </a:ext>
            </a:extLst>
          </p:cNvPr>
          <p:cNvSpPr/>
          <p:nvPr/>
        </p:nvSpPr>
        <p:spPr>
          <a:xfrm>
            <a:off x="3199663" y="4498392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E9B5A5A-0B9F-4CF3-8A7E-D5B758B80F17}"/>
              </a:ext>
            </a:extLst>
          </p:cNvPr>
          <p:cNvSpPr txBox="1"/>
          <p:nvPr/>
        </p:nvSpPr>
        <p:spPr>
          <a:xfrm>
            <a:off x="3411915" y="4556594"/>
            <a:ext cx="9043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Out Groups</a:t>
            </a:r>
          </a:p>
        </p:txBody>
      </p:sp>
      <p:sp>
        <p:nvSpPr>
          <p:cNvPr id="136" name="Triangle 135">
            <a:extLst>
              <a:ext uri="{FF2B5EF4-FFF2-40B4-BE49-F238E27FC236}">
                <a16:creationId xmlns:a16="http://schemas.microsoft.com/office/drawing/2014/main" id="{17CEFEB3-CCEF-9BC2-E3AA-371D3C88FFC8}"/>
              </a:ext>
            </a:extLst>
          </p:cNvPr>
          <p:cNvSpPr/>
          <p:nvPr/>
        </p:nvSpPr>
        <p:spPr>
          <a:xfrm rot="10800000">
            <a:off x="3246512" y="4614992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2744D-C89A-00AF-682D-A018A8982207}"/>
              </a:ext>
            </a:extLst>
          </p:cNvPr>
          <p:cNvSpPr/>
          <p:nvPr/>
        </p:nvSpPr>
        <p:spPr>
          <a:xfrm>
            <a:off x="3248487" y="4911434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F82B889-5D19-2651-29FE-B996D57013D3}"/>
              </a:ext>
            </a:extLst>
          </p:cNvPr>
          <p:cNvSpPr/>
          <p:nvPr/>
        </p:nvSpPr>
        <p:spPr>
          <a:xfrm>
            <a:off x="3246512" y="5807957"/>
            <a:ext cx="2313083" cy="81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3ED404E-91A2-E80A-0C32-DEC348CE695C}"/>
              </a:ext>
            </a:extLst>
          </p:cNvPr>
          <p:cNvSpPr txBox="1"/>
          <p:nvPr/>
        </p:nvSpPr>
        <p:spPr>
          <a:xfrm>
            <a:off x="3198796" y="1380510"/>
            <a:ext cx="231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Round over! All participants can discuss hints, guesses, stories, etc. 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0B76F5B-2FE7-0E6E-DF7A-33D1D0003766}"/>
              </a:ext>
            </a:extLst>
          </p:cNvPr>
          <p:cNvSpPr/>
          <p:nvPr/>
        </p:nvSpPr>
        <p:spPr>
          <a:xfrm>
            <a:off x="3197618" y="2812004"/>
            <a:ext cx="2402958" cy="363235"/>
          </a:xfrm>
          <a:prstGeom prst="rect">
            <a:avLst/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11D08EC-498D-E73A-16EA-8D451C582E40}"/>
              </a:ext>
            </a:extLst>
          </p:cNvPr>
          <p:cNvSpPr txBox="1"/>
          <p:nvPr/>
        </p:nvSpPr>
        <p:spPr>
          <a:xfrm>
            <a:off x="3409870" y="2870206"/>
            <a:ext cx="895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Scoreboard</a:t>
            </a:r>
          </a:p>
        </p:txBody>
      </p:sp>
      <p:sp>
        <p:nvSpPr>
          <p:cNvPr id="167" name="Triangle 166">
            <a:extLst>
              <a:ext uri="{FF2B5EF4-FFF2-40B4-BE49-F238E27FC236}">
                <a16:creationId xmlns:a16="http://schemas.microsoft.com/office/drawing/2014/main" id="{D72FD63D-9433-CE05-A102-91C3B8D8F8AD}"/>
              </a:ext>
            </a:extLst>
          </p:cNvPr>
          <p:cNvSpPr/>
          <p:nvPr/>
        </p:nvSpPr>
        <p:spPr>
          <a:xfrm rot="5400000">
            <a:off x="3242384" y="2911073"/>
            <a:ext cx="179892" cy="1550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1" name="Table 170">
            <a:extLst>
              <a:ext uri="{FF2B5EF4-FFF2-40B4-BE49-F238E27FC236}">
                <a16:creationId xmlns:a16="http://schemas.microsoft.com/office/drawing/2014/main" id="{EBC145DB-78DC-CB14-806C-164A0A8A5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251224"/>
              </p:ext>
            </p:extLst>
          </p:nvPr>
        </p:nvGraphicFramePr>
        <p:xfrm>
          <a:off x="3340196" y="4987812"/>
          <a:ext cx="1988601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2867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2299782604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4110682522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Evan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Frankie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graphicFrame>
        <p:nvGraphicFramePr>
          <p:cNvPr id="172" name="Table 171">
            <a:extLst>
              <a:ext uri="{FF2B5EF4-FFF2-40B4-BE49-F238E27FC236}">
                <a16:creationId xmlns:a16="http://schemas.microsoft.com/office/drawing/2014/main" id="{34A64898-DEAB-F70F-E9E2-FF15E3A4E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17211"/>
              </p:ext>
            </p:extLst>
          </p:nvPr>
        </p:nvGraphicFramePr>
        <p:xfrm>
          <a:off x="3340195" y="5893479"/>
          <a:ext cx="1988601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2867">
                  <a:extLst>
                    <a:ext uri="{9D8B030D-6E8A-4147-A177-3AD203B41FA5}">
                      <a16:colId xmlns:a16="http://schemas.microsoft.com/office/drawing/2014/main" val="1984321509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2299782604"/>
                    </a:ext>
                  </a:extLst>
                </a:gridCol>
                <a:gridCol w="662867">
                  <a:extLst>
                    <a:ext uri="{9D8B030D-6E8A-4147-A177-3AD203B41FA5}">
                      <a16:colId xmlns:a16="http://schemas.microsoft.com/office/drawing/2014/main" val="4110682522"/>
                    </a:ext>
                  </a:extLst>
                </a:gridCol>
              </a:tblGrid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George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09408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Harold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79095"/>
                  </a:ext>
                </a:extLst>
              </a:tr>
              <a:tr h="200918">
                <a:tc>
                  <a:txBody>
                    <a:bodyPr/>
                    <a:lstStyle/>
                    <a:p>
                      <a:r>
                        <a:rPr lang="en-US" sz="800" dirty="0"/>
                        <a:t>Irene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IGUANA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77593"/>
                  </a:ext>
                </a:extLst>
              </a:tr>
            </a:tbl>
          </a:graphicData>
        </a:graphic>
      </p:graphicFrame>
      <p:sp>
        <p:nvSpPr>
          <p:cNvPr id="173" name="TextBox 172">
            <a:extLst>
              <a:ext uri="{FF2B5EF4-FFF2-40B4-BE49-F238E27FC236}">
                <a16:creationId xmlns:a16="http://schemas.microsoft.com/office/drawing/2014/main" id="{E52D184B-AF25-8D22-5EB0-8BCB4CF441A6}"/>
              </a:ext>
            </a:extLst>
          </p:cNvPr>
          <p:cNvSpPr txBox="1"/>
          <p:nvPr/>
        </p:nvSpPr>
        <p:spPr>
          <a:xfrm>
            <a:off x="3604769" y="1967346"/>
            <a:ext cx="15831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Waiting for host to start next round...</a:t>
            </a:r>
          </a:p>
        </p:txBody>
      </p:sp>
    </p:spTree>
    <p:extLst>
      <p:ext uri="{BB962C8B-B14F-4D97-AF65-F5344CB8AC3E}">
        <p14:creationId xmlns:p14="http://schemas.microsoft.com/office/powerpoint/2010/main" val="146009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D766-F112-8C1C-42F2-FCBD78FE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0F67F66-941D-7CDE-BD7C-92E54A2FEA18}"/>
              </a:ext>
            </a:extLst>
          </p:cNvPr>
          <p:cNvSpPr/>
          <p:nvPr/>
        </p:nvSpPr>
        <p:spPr>
          <a:xfrm>
            <a:off x="2565281" y="1427503"/>
            <a:ext cx="3423684" cy="34236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80DF6-A511-ADBA-CB88-38109141B8B0}"/>
              </a:ext>
            </a:extLst>
          </p:cNvPr>
          <p:cNvSpPr txBox="1"/>
          <p:nvPr/>
        </p:nvSpPr>
        <p:spPr>
          <a:xfrm>
            <a:off x="3287109" y="1562475"/>
            <a:ext cx="198002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213315-48CE-E580-3768-F45551F35B86}"/>
              </a:ext>
            </a:extLst>
          </p:cNvPr>
          <p:cNvGrpSpPr/>
          <p:nvPr/>
        </p:nvGrpSpPr>
        <p:grpSpPr>
          <a:xfrm>
            <a:off x="3368114" y="1953140"/>
            <a:ext cx="672033" cy="760228"/>
            <a:chOff x="4168843" y="1809956"/>
            <a:chExt cx="2113518" cy="2390888"/>
          </a:xfrm>
        </p:grpSpPr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E0DDAA49-2130-F864-2455-A2FB301FF037}"/>
                </a:ext>
              </a:extLst>
            </p:cNvPr>
            <p:cNvSpPr/>
            <p:nvPr/>
          </p:nvSpPr>
          <p:spPr>
            <a:xfrm rot="5400000">
              <a:off x="5237394" y="3155877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408E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0E41CA47-1883-4536-96A7-8862D243C9C0}"/>
                </a:ext>
              </a:extLst>
            </p:cNvPr>
            <p:cNvSpPr/>
            <p:nvPr/>
          </p:nvSpPr>
          <p:spPr>
            <a:xfrm rot="16200000" flipV="1">
              <a:off x="5237394" y="1887361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AA68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FC326621-2788-804D-6324-DDB126188F7B}"/>
                </a:ext>
              </a:extLst>
            </p:cNvPr>
            <p:cNvSpPr/>
            <p:nvPr/>
          </p:nvSpPr>
          <p:spPr>
            <a:xfrm rot="5400000" flipH="1" flipV="1">
              <a:off x="4091438" y="1887361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A43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riangle 16">
              <a:extLst>
                <a:ext uri="{FF2B5EF4-FFF2-40B4-BE49-F238E27FC236}">
                  <a16:creationId xmlns:a16="http://schemas.microsoft.com/office/drawing/2014/main" id="{26DC16A5-8E67-A7E3-5F1D-88C2959357DD}"/>
                </a:ext>
              </a:extLst>
            </p:cNvPr>
            <p:cNvSpPr/>
            <p:nvPr/>
          </p:nvSpPr>
          <p:spPr>
            <a:xfrm rot="16200000" flipH="1">
              <a:off x="4091438" y="3155877"/>
              <a:ext cx="1122372" cy="967562"/>
            </a:xfrm>
            <a:prstGeom prst="triangle">
              <a:avLst>
                <a:gd name="adj" fmla="val 0"/>
              </a:avLst>
            </a:prstGeom>
            <a:solidFill>
              <a:srgbClr val="246B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570C310-1CF7-129C-15AD-41008F3BF019}"/>
              </a:ext>
            </a:extLst>
          </p:cNvPr>
          <p:cNvSpPr/>
          <p:nvPr/>
        </p:nvSpPr>
        <p:spPr>
          <a:xfrm>
            <a:off x="7055765" y="1427503"/>
            <a:ext cx="3423684" cy="34236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A669EE9-F372-84E8-3927-15AEB70BE62C}"/>
              </a:ext>
            </a:extLst>
          </p:cNvPr>
          <p:cNvGrpSpPr/>
          <p:nvPr/>
        </p:nvGrpSpPr>
        <p:grpSpPr>
          <a:xfrm>
            <a:off x="7777593" y="1562475"/>
            <a:ext cx="1980029" cy="2862322"/>
            <a:chOff x="7235333" y="1076628"/>
            <a:chExt cx="1980029" cy="286232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C74CCA-24AA-BC05-E239-A79569AA9EF4}"/>
                </a:ext>
              </a:extLst>
            </p:cNvPr>
            <p:cNvSpPr txBox="1"/>
            <p:nvPr/>
          </p:nvSpPr>
          <p:spPr>
            <a:xfrm>
              <a:off x="7235333" y="1076628"/>
              <a:ext cx="1980029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ig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0966605-CFD1-06A2-2964-38471F3D1BA4}"/>
                </a:ext>
              </a:extLst>
            </p:cNvPr>
            <p:cNvGrpSpPr/>
            <p:nvPr/>
          </p:nvGrpSpPr>
          <p:grpSpPr>
            <a:xfrm>
              <a:off x="7316338" y="1467293"/>
              <a:ext cx="672033" cy="760228"/>
              <a:chOff x="4168843" y="1809956"/>
              <a:chExt cx="2113518" cy="2390888"/>
            </a:xfrm>
          </p:grpSpPr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786B9F27-9DE7-2A6A-7BD2-831E9CB04093}"/>
                  </a:ext>
                </a:extLst>
              </p:cNvPr>
              <p:cNvSpPr/>
              <p:nvPr/>
            </p:nvSpPr>
            <p:spPr>
              <a:xfrm rot="5400000">
                <a:off x="5237394" y="3155877"/>
                <a:ext cx="1122372" cy="967562"/>
              </a:xfrm>
              <a:prstGeom prst="triangle">
                <a:avLst>
                  <a:gd name="adj" fmla="val 0"/>
                </a:avLst>
              </a:prstGeom>
              <a:solidFill>
                <a:srgbClr val="408E2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riangle 23">
                <a:extLst>
                  <a:ext uri="{FF2B5EF4-FFF2-40B4-BE49-F238E27FC236}">
                    <a16:creationId xmlns:a16="http://schemas.microsoft.com/office/drawing/2014/main" id="{11C3E0DF-EACB-249D-017A-77C0A451DECB}"/>
                  </a:ext>
                </a:extLst>
              </p:cNvPr>
              <p:cNvSpPr/>
              <p:nvPr/>
            </p:nvSpPr>
            <p:spPr>
              <a:xfrm rot="16200000" flipV="1">
                <a:off x="5237394" y="1887361"/>
                <a:ext cx="1122372" cy="967562"/>
              </a:xfrm>
              <a:prstGeom prst="triangle">
                <a:avLst>
                  <a:gd name="adj" fmla="val 0"/>
                </a:avLst>
              </a:prstGeom>
              <a:solidFill>
                <a:srgbClr val="AA683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riangle 24">
                <a:extLst>
                  <a:ext uri="{FF2B5EF4-FFF2-40B4-BE49-F238E27FC236}">
                    <a16:creationId xmlns:a16="http://schemas.microsoft.com/office/drawing/2014/main" id="{3BE16CE4-8C63-DD3A-F752-A690FEB54DB9}"/>
                  </a:ext>
                </a:extLst>
              </p:cNvPr>
              <p:cNvSpPr/>
              <p:nvPr/>
            </p:nvSpPr>
            <p:spPr>
              <a:xfrm rot="5400000" flipH="1" flipV="1">
                <a:off x="4091438" y="1887361"/>
                <a:ext cx="1122372" cy="967562"/>
              </a:xfrm>
              <a:prstGeom prst="triangle">
                <a:avLst>
                  <a:gd name="adj" fmla="val 0"/>
                </a:avLst>
              </a:prstGeom>
              <a:solidFill>
                <a:srgbClr val="A437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riangle 25">
                <a:extLst>
                  <a:ext uri="{FF2B5EF4-FFF2-40B4-BE49-F238E27FC236}">
                    <a16:creationId xmlns:a16="http://schemas.microsoft.com/office/drawing/2014/main" id="{789967F9-BB94-C639-C7F4-14F5709A7042}"/>
                  </a:ext>
                </a:extLst>
              </p:cNvPr>
              <p:cNvSpPr/>
              <p:nvPr/>
            </p:nvSpPr>
            <p:spPr>
              <a:xfrm rot="16200000" flipH="1">
                <a:off x="4091438" y="3155877"/>
                <a:ext cx="1122372" cy="967562"/>
              </a:xfrm>
              <a:prstGeom prst="triangle">
                <a:avLst>
                  <a:gd name="adj" fmla="val 0"/>
                </a:avLst>
              </a:prstGeom>
              <a:solidFill>
                <a:srgbClr val="246B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9" name="Triangle 28">
            <a:extLst>
              <a:ext uri="{FF2B5EF4-FFF2-40B4-BE49-F238E27FC236}">
                <a16:creationId xmlns:a16="http://schemas.microsoft.com/office/drawing/2014/main" id="{EED0331F-795F-8C0A-63E2-EFD909723E07}"/>
              </a:ext>
            </a:extLst>
          </p:cNvPr>
          <p:cNvSpPr/>
          <p:nvPr/>
        </p:nvSpPr>
        <p:spPr>
          <a:xfrm rot="16200000" flipV="1">
            <a:off x="886025" y="1995227"/>
            <a:ext cx="356879" cy="307655"/>
          </a:xfrm>
          <a:prstGeom prst="triangle">
            <a:avLst>
              <a:gd name="adj" fmla="val 0"/>
            </a:avLst>
          </a:prstGeom>
          <a:solidFill>
            <a:srgbClr val="AA68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EE19DB05-8196-8946-B624-40723DAF30D6}"/>
              </a:ext>
            </a:extLst>
          </p:cNvPr>
          <p:cNvSpPr/>
          <p:nvPr/>
        </p:nvSpPr>
        <p:spPr>
          <a:xfrm rot="5400000" flipH="1" flipV="1">
            <a:off x="834261" y="1587087"/>
            <a:ext cx="356879" cy="307655"/>
          </a:xfrm>
          <a:prstGeom prst="triangle">
            <a:avLst>
              <a:gd name="adj" fmla="val 0"/>
            </a:avLst>
          </a:prstGeom>
          <a:solidFill>
            <a:srgbClr val="A437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9A5464-2239-A405-A97F-ED78008AF4A1}"/>
              </a:ext>
            </a:extLst>
          </p:cNvPr>
          <p:cNvSpPr txBox="1"/>
          <p:nvPr/>
        </p:nvSpPr>
        <p:spPr>
          <a:xfrm>
            <a:off x="1166528" y="161373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#A43741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0BFAD4-14C9-67F2-5E00-685A44D1F668}"/>
              </a:ext>
            </a:extLst>
          </p:cNvPr>
          <p:cNvSpPr txBox="1"/>
          <p:nvPr/>
        </p:nvSpPr>
        <p:spPr>
          <a:xfrm>
            <a:off x="1166527" y="1970614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#AA6839</a:t>
            </a:r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E8353275-686A-41C6-AA3A-0CC8CBF91B55}"/>
              </a:ext>
            </a:extLst>
          </p:cNvPr>
          <p:cNvSpPr/>
          <p:nvPr/>
        </p:nvSpPr>
        <p:spPr>
          <a:xfrm rot="16200000" flipH="1">
            <a:off x="834260" y="2488033"/>
            <a:ext cx="356879" cy="307655"/>
          </a:xfrm>
          <a:prstGeom prst="triangle">
            <a:avLst>
              <a:gd name="adj" fmla="val 0"/>
            </a:avLst>
          </a:prstGeom>
          <a:solidFill>
            <a:srgbClr val="246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66CC4A-A106-9BFA-49F2-2DC1A46F53CE}"/>
              </a:ext>
            </a:extLst>
          </p:cNvPr>
          <p:cNvSpPr txBox="1"/>
          <p:nvPr/>
        </p:nvSpPr>
        <p:spPr>
          <a:xfrm>
            <a:off x="1166527" y="2393730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#246B61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2145CA8A-7F16-71F9-06AB-E6885546DEE1}"/>
              </a:ext>
            </a:extLst>
          </p:cNvPr>
          <p:cNvSpPr/>
          <p:nvPr/>
        </p:nvSpPr>
        <p:spPr>
          <a:xfrm rot="5400000">
            <a:off x="881060" y="2918998"/>
            <a:ext cx="356879" cy="307655"/>
          </a:xfrm>
          <a:prstGeom prst="triangle">
            <a:avLst>
              <a:gd name="adj" fmla="val 0"/>
            </a:avLst>
          </a:prstGeom>
          <a:solidFill>
            <a:srgbClr val="408E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920C67-BEBD-34A0-D5FE-97B241DF89CB}"/>
              </a:ext>
            </a:extLst>
          </p:cNvPr>
          <p:cNvSpPr txBox="1"/>
          <p:nvPr/>
        </p:nvSpPr>
        <p:spPr>
          <a:xfrm>
            <a:off x="1166526" y="286140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#408E2F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932109-EF21-41D4-DCB4-E73E37713369}"/>
              </a:ext>
            </a:extLst>
          </p:cNvPr>
          <p:cNvSpPr txBox="1"/>
          <p:nvPr/>
        </p:nvSpPr>
        <p:spPr>
          <a:xfrm>
            <a:off x="1160028" y="3354293"/>
            <a:ext cx="110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#262626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395B288-BF8F-CBC6-E164-760F0860B8A4}"/>
              </a:ext>
            </a:extLst>
          </p:cNvPr>
          <p:cNvSpPr/>
          <p:nvPr/>
        </p:nvSpPr>
        <p:spPr>
          <a:xfrm>
            <a:off x="858871" y="3385131"/>
            <a:ext cx="307655" cy="30765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05EB41E-65C4-5175-C74F-363D3EE0B10D}"/>
              </a:ext>
            </a:extLst>
          </p:cNvPr>
          <p:cNvSpPr/>
          <p:nvPr/>
        </p:nvSpPr>
        <p:spPr>
          <a:xfrm>
            <a:off x="852373" y="3826652"/>
            <a:ext cx="307655" cy="3076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2D611F-CA51-9FE6-83B4-72831BA30E75}"/>
              </a:ext>
            </a:extLst>
          </p:cNvPr>
          <p:cNvSpPr txBox="1"/>
          <p:nvPr/>
        </p:nvSpPr>
        <p:spPr>
          <a:xfrm>
            <a:off x="1160028" y="3816096"/>
            <a:ext cx="110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#FFFFFF</a:t>
            </a:r>
          </a:p>
        </p:txBody>
      </p:sp>
    </p:spTree>
    <p:extLst>
      <p:ext uri="{BB962C8B-B14F-4D97-AF65-F5344CB8AC3E}">
        <p14:creationId xmlns:p14="http://schemas.microsoft.com/office/powerpoint/2010/main" val="122076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9283</TotalTime>
  <Words>830</Words>
  <Application>Microsoft Macintosh PowerPoint</Application>
  <PresentationFormat>Widescreen</PresentationFormat>
  <Paragraphs>307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Hau</dc:creator>
  <cp:lastModifiedBy>David Hau</cp:lastModifiedBy>
  <cp:revision>6</cp:revision>
  <dcterms:created xsi:type="dcterms:W3CDTF">2025-12-28T16:04:18Z</dcterms:created>
  <dcterms:modified xsi:type="dcterms:W3CDTF">2026-01-04T02:48:16Z</dcterms:modified>
</cp:coreProperties>
</file>